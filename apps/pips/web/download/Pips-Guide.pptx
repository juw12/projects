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2.22.0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2.22.0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Sing &amp; dance with music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a:t>
            </a:r>
          </a:p>
          <a:p>
            <a:pPr>
              <a:spcAft>
                <a:spcPts val="1000"/>
              </a:spcAft>
            </a:pPr>
            <a:r>
              <a:rPr sz="1700" b="1">
                <a:solidFill>
                  <a:srgbClr val="4CB86B"/>
                </a:solidFill>
                <a:latin typeface="Segoe UI"/>
              </a:rPr>
              <a:t>•  </a:t>
            </a:r>
            <a:r>
              <a:rPr sz="1700">
                <a:solidFill>
                  <a:srgbClr val="2B2A28"/>
                </a:solidFill>
                <a:latin typeface="Segoe UI"/>
              </a:rPr>
              <a:t>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a:t>
            </a:r>
          </a:p>
          <a:p>
            <a:pPr>
              <a:spcAft>
                <a:spcPts val="1000"/>
              </a:spcAft>
            </a:pPr>
            <a:r>
              <a:rPr sz="1700" b="1">
                <a:solidFill>
                  <a:srgbClr val="4CB86B"/>
                </a:solidFill>
                <a:latin typeface="Segoe UI"/>
              </a:rPr>
              <a:t>•  </a:t>
            </a:r>
            <a:r>
              <a:rPr sz="1700">
                <a:solidFill>
                  <a:srgbClr val="2B2A28"/>
                </a:solidFill>
                <a:latin typeface="Segoe UI"/>
              </a:rPr>
              <a:t>Songs follow your sound settings (volume, sounds off, quiet during focus) and stop as soon as the trick is interrupted. Tricks your pet does by itself stay quiet.</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Nyanyi, Dansa, Moonwalk, Breakdance, Yoga, Tari hujan, dan trik pertunjukan sekarang memutar musik sungguhan. Saat pet bernyanyi, ia menyanyikan melodinya dengan suaranya sendiri - kucing mengeong mengikuti nada, katak berkwak, paus bersenandung - dan saat berdansa, suara khas hewannya ikut mengikuti irama.</a:t>
            </a:r>
          </a:p>
          <a:p>
            <a:pPr>
              <a:spcAft>
                <a:spcPts val="500"/>
              </a:spcAft>
            </a:pPr>
            <a:r>
              <a:rPr sz="1200" b="1">
                <a:solidFill>
                  <a:srgbClr val="4CB86B"/>
                </a:solidFill>
                <a:latin typeface="Segoe UI"/>
              </a:rPr>
              <a:t>•  </a:t>
            </a:r>
            <a:r>
              <a:rPr sz="1200">
                <a:solidFill>
                  <a:srgbClr val="2B2A28"/>
                </a:solidFill>
                <a:latin typeface="Segoe UI"/>
              </a:rPr>
              <a:t>Pilih lagunya: klik kanan → Lakukan trik → Lagu untuk nyanyi &amp; dansa. Pilih lagu khas hewanmu (ke-51 hewan punya lagu sendiri), lagu untuk tipenya (Dansa Padang Rumput untuk darat, Calypso Samudra untuk air, Waltz Awan untuk udara), Pop Ceria, Malam Disko, Petualangan 8-bit, Nina Bobo, Lo-fi Santai, lagu hewan lain, Kejutkan aku, atau Tanpa musik.</a:t>
            </a:r>
          </a:p>
          <a:p>
            <a:pPr>
              <a:spcAft>
                <a:spcPts val="500"/>
              </a:spcAft>
            </a:pPr>
            <a:r>
              <a:rPr sz="1200" b="1">
                <a:solidFill>
                  <a:srgbClr val="4CB86B"/>
                </a:solidFill>
                <a:latin typeface="Segoe UI"/>
              </a:rPr>
              <a:t>•  </a:t>
            </a:r>
            <a:r>
              <a:rPr sz="1200">
                <a:solidFill>
                  <a:srgbClr val="2B2A28"/>
                </a:solidFill>
                <a:latin typeface="Segoe UI"/>
              </a:rPr>
              <a:t>Lagu mengikuti pengaturan suara (volume, suara mati, senyap saat fokus) dan langsung berhenti saat trik terganggu. Trik yang dilakukan pet sendiri tetap tanpa musik.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754172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2.22.0 -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