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2.12.0  ·  2026-10-28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Get Pips-Windows.zip from</a:t>
            </a:r>
          </a:p>
          <a:p>
            <a:pPr algn="l"/>
            <a:r>
              <a:rPr sz="1400" b="0">
                <a:solidFill>
                  <a:srgbClr val="2B2A28"/>
                </a:solidFill>
                <a:latin typeface="Segoe UI"/>
              </a:rPr>
              <a:t>https://juw12.github.io/projects/pips/download/Pips-Windows.zip</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Unzip</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Right-click the zip → Extract All…</a:t>
            </a:r>
          </a:p>
          <a:p>
            <a:pPr algn="l"/>
            <a:r>
              <a:rPr sz="1400" b="0">
                <a:solidFill>
                  <a:srgbClr val="2B2A28"/>
                </a:solidFill>
                <a:latin typeface="Segoe UI"/>
              </a:rPr>
              <a:t>Put the folder somewhere permanent, e.g. Documents\Pips (not inside the 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Start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Double-click  “Start Pips.bat”.</a:t>
            </a:r>
          </a:p>
          <a:p>
            <a:pPr algn="l"/>
            <a:r>
              <a:rPr sz="1400" b="0">
                <a:solidFill>
                  <a:srgbClr val="2B2A28"/>
                </a:solidFill>
                <a:latin typeface="Segoe UI"/>
              </a:rPr>
              <a:t>The first start installs two small helpers (pywin32, Pillow) - takes ~30 s.</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Needs Python 3.10+ </a:t>
            </a:r>
            <a:r>
              <a:rPr sz="1400">
                <a:solidFill>
                  <a:srgbClr val="2B2A28"/>
                </a:solidFill>
                <a:latin typeface="Segoe UI"/>
              </a:rPr>
              <a:t>(free from python.org - tick “Add python.exe to PATH” when installing). Windows 10 or 11.</a:t>
            </a:r>
          </a:p>
          <a:p>
            <a:pPr>
              <a:spcAft>
                <a:spcPts val="400"/>
              </a:spcAft>
            </a:pPr>
            <a:r>
              <a:rPr sz="1400" b="1">
                <a:solidFill>
                  <a:srgbClr val="4CB86B"/>
                </a:solidFill>
                <a:latin typeface="Segoe UI"/>
              </a:rPr>
              <a:t>•  </a:t>
            </a:r>
            <a:r>
              <a:rPr sz="1400" b="1">
                <a:solidFill>
                  <a:srgbClr val="2B2A28"/>
                </a:solidFill>
                <a:latin typeface="Segoe UI"/>
              </a:rPr>
              <a:t>Start with Windows: </a:t>
            </a:r>
            <a:r>
              <a:rPr sz="1400">
                <a:solidFill>
                  <a:srgbClr val="2B2A28"/>
                </a:solidFill>
                <a:latin typeface="Segoe UI"/>
              </a:rPr>
              <a:t>right-click the Pips card → Autostart, or run install_autostart.ps1 (right-click → Run with PowerShell).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Install Python 3 from python.org (tick “Add to PATH”), then run Start Pips.bat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Click More info → Run anyway (the .bat just starts Python).</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Check internet / proxy, try Help → Check for updates later, or download the zip again and unzip over the old folder.</a:t>
                      </a:r>
                    </a:p>
                  </a:txBody>
                  <a:tcPr marL="73152" marR="73152" marT="36576" marB="36576">
                    <a:solidFill>
                      <a:srgbClr val="FFFDF8"/>
                    </a:solidFill>
                  </a:tcPr>
                </a:tc>
              </a:tr>
              <a:tr h="530352">
                <a:tc>
                  <a:txBody>
                    <a:bodyPr wrap="square"/>
                    <a:lstStyle/>
                    <a:p>
                      <a:r>
                        <a:rPr sz="1300" b="1">
                          <a:solidFill>
                            <a:srgbClr val="2B2A28"/>
                          </a:solidFill>
                          <a:latin typeface="Segoe UI"/>
                        </a:rPr>
                        <a:t>Move Pips to another PC</a:t>
                      </a:r>
                    </a:p>
                  </a:txBody>
                  <a:tcPr marL="73152" marR="73152" marT="36576" marB="36576">
                    <a:solidFill>
                      <a:srgbClr val="F7F4EC"/>
                    </a:solidFill>
                  </a:tcPr>
                </a:tc>
                <a:tc>
                  <a:txBody>
                    <a:bodyPr wrap="square"/>
                    <a:lstStyle/>
                    <a:p>
                      <a:r>
                        <a:rPr sz="1300" b="0">
                          <a:solidFill>
                            <a:srgbClr val="2B2A28"/>
                          </a:solidFill>
                          <a:latin typeface="Segoe UI"/>
                        </a:rPr>
                        <a:t>Copy the whole folder - config.json and data\ keep your settings and history.</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(right-click → Quit), disable Autostart, delete the folder.</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2.12.0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Mega update: 28 new animals, 31 shop items, 13 moves  ·  2026-10-28</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a:t>
            </a:r>
          </a:p>
          <a:p>
            <a:pPr>
              <a:spcAft>
                <a:spcPts val="1000"/>
              </a:spcAft>
            </a:pPr>
            <a:r>
              <a:rPr sz="1700" b="1">
                <a:solidFill>
                  <a:srgbClr val="4CB86B"/>
                </a:solidFill>
                <a:latin typeface="Segoe UI"/>
              </a:rPr>
              <a:t>•  </a:t>
            </a:r>
            <a:r>
              <a:rPr sz="1700">
                <a:solidFill>
                  <a:srgbClr val="2B2A28"/>
                </a:solidFill>
                <a:latin typeface="Segoe UI"/>
              </a:rPr>
              <a:t>🎩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a:t>
            </a:r>
          </a:p>
          <a:p>
            <a:pPr>
              <a:spcAft>
                <a:spcPts val="1000"/>
              </a:spcAft>
            </a:pPr>
            <a:r>
              <a:rPr sz="1700" b="1">
                <a:solidFill>
                  <a:srgbClr val="4CB86B"/>
                </a:solidFill>
                <a:latin typeface="Segoe UI"/>
              </a:rPr>
              <a:t>•  </a:t>
            </a:r>
            <a:r>
              <a:rPr sz="1700">
                <a:solidFill>
                  <a:srgbClr val="2B2A28"/>
                </a:solidFill>
                <a:latin typeface="Segoe UI"/>
              </a:rPr>
              <a:t>💃 13 new moves: wave, jump, hearts, sing, yoga, zoomies, cartwheel, juggle, rain dance, breakdance, magic, confetti and the Premium rocket launch</a:t>
            </a:r>
          </a:p>
          <a:p>
            <a:pPr>
              <a:spcAft>
                <a:spcPts val="1000"/>
              </a:spcAft>
            </a:pPr>
            <a:r>
              <a:rPr sz="1700" b="1">
                <a:solidFill>
                  <a:srgbClr val="4CB86B"/>
                </a:solidFill>
                <a:latin typeface="Segoe UI"/>
              </a:rPr>
              <a:t>•  </a:t>
            </a:r>
            <a:r>
              <a:rPr sz="1700">
                <a:solidFill>
                  <a:srgbClr val="2B2A28"/>
                </a:solidFill>
                <a:latin typeface="Segoe UI"/>
              </a:rPr>
              <a:t>The Shop is now split into sections (Hats, Face, Neck, Back, Moves, Arena gear) with an owned counter for each</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 28 hewan baru (total 51): singa, harimau, unicorn, rusa, domba, sapi, rakun, panda merah, monyet, landak, dino, tupai, tikus, koala, hiu, lumba-lumba, anjing laut, berang-berang, ikan buntal, bebek, kepiting, beo, anak ayam, kepik, phoenix, pegasus, hantu dan flamingo</a:t>
            </a:r>
          </a:p>
          <a:p>
            <a:pPr>
              <a:spcAft>
                <a:spcPts val="500"/>
              </a:spcAft>
            </a:pPr>
            <a:r>
              <a:rPr sz="1200" b="1">
                <a:solidFill>
                  <a:srgbClr val="4CB86B"/>
                </a:solidFill>
                <a:latin typeface="Segoe UI"/>
              </a:rPr>
              <a:t>•  </a:t>
            </a:r>
            <a:r>
              <a:rPr sz="1200">
                <a:solidFill>
                  <a:srgbClr val="2B2A28"/>
                </a:solidFill>
                <a:latin typeface="Segoe UI"/>
              </a:rPr>
              <a:t>🎩 31 item toko baru: topi tinggi, koboi, koki, bajak laut, Sinterklas, viking, topi wisuda, baret, pita, topi baling-baling, mahkota bunga, kacamata kutu buku, penutup mata, kumis, kacamata renang, topeng pesta, dasi, mutiara, kalung bunga, kalung emas, balon, ransel, gitar, perisai, sayap kupu-kupu / iblis dan lainnya - plus mahkota galaksi, jubah galaksi dan sayap naga khusus Premium</a:t>
            </a:r>
          </a:p>
          <a:p>
            <a:pPr>
              <a:spcAft>
                <a:spcPts val="500"/>
              </a:spcAft>
            </a:pPr>
            <a:r>
              <a:rPr sz="1200" b="1">
                <a:solidFill>
                  <a:srgbClr val="4CB86B"/>
                </a:solidFill>
                <a:latin typeface="Segoe UI"/>
              </a:rPr>
              <a:t>•  </a:t>
            </a:r>
            <a:r>
              <a:rPr sz="1200">
                <a:solidFill>
                  <a:srgbClr val="2B2A28"/>
                </a:solidFill>
                <a:latin typeface="Segoe UI"/>
              </a:rPr>
              <a:t>💃 13 gerakan baru: lambai, lompat, hati, nyanyi, yoga, lari kencang, roda, juggling, tari hujan, breakdance, sulap, konfeti dan peluncuran roket Premium</a:t>
            </a:r>
          </a:p>
          <a:p>
            <a:pPr>
              <a:spcAft>
                <a:spcPts val="500"/>
              </a:spcAft>
            </a:pPr>
            <a:r>
              <a:rPr sz="1200" b="1">
                <a:solidFill>
                  <a:srgbClr val="4CB86B"/>
                </a:solidFill>
                <a:latin typeface="Segoe UI"/>
              </a:rPr>
              <a:t>•  </a:t>
            </a:r>
            <a:r>
              <a:rPr sz="1200">
                <a:solidFill>
                  <a:srgbClr val="2B2A28"/>
                </a:solidFill>
                <a:latin typeface="Segoe UI"/>
              </a:rPr>
              <a:t>Toko kini dibagi per bagian (Topi, Wajah, Leher, Punggung, Gerakan, Perlengkapan arena) dengan penghitung item yang dimiliki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1602028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2.12.0 -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