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desktop pet + Pomodoro focus buddy for Windows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2.1.0  ·  2026-10-28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card: a 25-minute Pomodoro timer with relaxing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card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/ closes the Pips card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Tip: the click action can be changed in Pet status &amp; settings (e.g. click = just tickle).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with the Pomodoro card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 (open card / just tickle)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pet. Or restart Pips from the shortcut.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2.1.0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Interactive guide &amp; in-app updates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Interactive first-run guide: your pet walks you through clicking, dragging, petting and the right-click menu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In-app updates: Pips tells you when a new version is out - update with one click (your settings and data are kept)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New Help menu: replay the guide, check for updates, see the version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Option to turn automatic update checks off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Panduan interaktif saat pertama dipakai: peliharaanmu mengajarimu klik, seret, elus, dan menu klik kanan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Update di dalam aplikasi: Pips memberi tahu saat ada versi baru - update dengan satu klik (pengaturan dan data tetap aman)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Menu Bantuan baru: putar ulang panduan, cek update, lihat versi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Pilihan untuk mematikan cek update otomatis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3675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2.1.0 - User Guide</dc:title>
  <dc:subject>Desktop pet + Pomodoro focus widget</dc:subject>
  <dc:creator>Pips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