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2.26.0  ·  2026-10-31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2.26.0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Focus Trail  ·  2026-10-31</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New Focus Trail: a Strava-style sticker of your work-hours focus - your day or week drawn as a route, with screen time, productive time and pomodoros.</a:t>
            </a:r>
          </a:p>
          <a:p>
            <a:pPr>
              <a:spcAft>
                <a:spcPts val="1000"/>
              </a:spcAft>
            </a:pPr>
            <a:r>
              <a:rPr sz="1700" b="1">
                <a:solidFill>
                  <a:srgbClr val="4CB86B"/>
                </a:solidFill>
                <a:latin typeface="Segoe UI"/>
              </a:rPr>
              <a:t>•  </a:t>
            </a:r>
            <a:r>
              <a:rPr sz="1700">
                <a:solidFill>
                  <a:srgbClr val="2B2A28"/>
                </a:solidFill>
                <a:latin typeface="Segoe UI"/>
              </a:rPr>
              <a:t>Open it from the hub: Play -&gt; Games (Focus Trail row) or the Focus Trail button in the Pet Duel arena. Works even with Friends turned off.</a:t>
            </a:r>
          </a:p>
          <a:p>
            <a:pPr>
              <a:spcAft>
                <a:spcPts val="1000"/>
              </a:spcAft>
            </a:pPr>
            <a:r>
              <a:rPr sz="1700" b="1">
                <a:solidFill>
                  <a:srgbClr val="4CB86B"/>
                </a:solidFill>
                <a:latin typeface="Segoe UI"/>
              </a:rPr>
              <a:t>•  </a:t>
            </a:r>
            <a:r>
              <a:rPr sz="1700">
                <a:solidFill>
                  <a:srgbClr val="2B2A28"/>
                </a:solidFill>
                <a:latin typeface="Segoe UI"/>
              </a:rPr>
              <a:t>5 styles (Strava, Badge, Minimal, Bars, Neon) and colours. Save the PNG, copy it, or share it to X, LinkedIn, Facebook or Instagram - the sticker is copied so you just paste it.</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Baru: Jejak Fokus - stiker ala Strava dari fokus jam kerjamu: hari atau minggumu digambar sebagai rute, lengkap dengan waktu layar, waktu produktif dan pomodoro.</a:t>
            </a:r>
          </a:p>
          <a:p>
            <a:pPr>
              <a:spcAft>
                <a:spcPts val="500"/>
              </a:spcAft>
            </a:pPr>
            <a:r>
              <a:rPr sz="1200" b="1">
                <a:solidFill>
                  <a:srgbClr val="4CB86B"/>
                </a:solidFill>
                <a:latin typeface="Segoe UI"/>
              </a:rPr>
              <a:t>•  </a:t>
            </a:r>
            <a:r>
              <a:rPr sz="1200">
                <a:solidFill>
                  <a:srgbClr val="2B2A28"/>
                </a:solidFill>
                <a:latin typeface="Segoe UI"/>
              </a:rPr>
              <a:t>Buka dari hub: Main -&gt; Game (baris Jejak Fokus) atau tombol Jejak Fokus di arena Duel Pet. Tetap bisa dipakai walau Teman dimatikan.</a:t>
            </a:r>
          </a:p>
          <a:p>
            <a:pPr>
              <a:spcAft>
                <a:spcPts val="500"/>
              </a:spcAft>
            </a:pPr>
            <a:r>
              <a:rPr sz="1200" b="1">
                <a:solidFill>
                  <a:srgbClr val="4CB86B"/>
                </a:solidFill>
                <a:latin typeface="Segoe UI"/>
              </a:rPr>
              <a:t>•  </a:t>
            </a:r>
            <a:r>
              <a:rPr sz="1200">
                <a:solidFill>
                  <a:srgbClr val="2B2A28"/>
                </a:solidFill>
                <a:latin typeface="Segoe UI"/>
              </a:rPr>
              <a:t>5 gaya (Strava, Badge, Minimal, Bars, Neon) dan pilihan warna. Simpan PNG, salin, atau bagikan ke X, LinkedIn, Facebook atau Instagram - stiker sudah tersalin, tinggal tempel.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412540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2.26.0</a:t>
                      </a:r>
                    </a:p>
                  </a:txBody>
                  <a:tcPr marL="73152" marR="73152" marT="36576" marB="36576">
                    <a:solidFill>
                      <a:srgbClr val="FFFDF8"/>
                    </a:solidFill>
                  </a:tcPr>
                </a:tc>
                <a:tc>
                  <a:txBody>
                    <a:bodyPr wrap="square"/>
                    <a:lstStyle/>
                    <a:p>
                      <a:r>
                        <a:rPr sz="1200" b="0">
                          <a:solidFill>
                            <a:srgbClr val="2B2A28"/>
                          </a:solidFill>
                          <a:latin typeface="Segoe UI"/>
                        </a:rPr>
                        <a:t>2026-10-31</a:t>
                      </a:r>
                    </a:p>
                  </a:txBody>
                  <a:tcPr marL="73152" marR="73152" marT="36576" marB="36576">
                    <a:solidFill>
                      <a:srgbClr val="FFFDF8"/>
                    </a:solidFill>
                  </a:tcPr>
                </a:tc>
                <a:tc>
                  <a:txBody>
                    <a:bodyPr wrap="square"/>
                    <a:lstStyle/>
                    <a:p>
                      <a:r>
                        <a:rPr sz="1200" b="0">
                          <a:solidFill>
                            <a:srgbClr val="2B2A28"/>
                          </a:solidFill>
                          <a:latin typeface="Segoe UI"/>
                        </a:rPr>
                        <a:t>Focus Trail</a:t>
                      </a:r>
                    </a:p>
                    <a:p>
                      <a:r>
                        <a:rPr sz="1200" b="0">
                          <a:solidFill>
                            <a:srgbClr val="2B2A28"/>
                          </a:solidFill>
                          <a:latin typeface="Segoe UI"/>
                        </a:rPr>
                        <a:t>New Focus Trail: a Strava-style sticker of your work-hours focus - your day or week drawn as a route, with screen time, productive time and pomodoros.; Open it from the hub: Play -&gt; Games (Focus Trail row) or the Focus Trail button in the Pet Duel arena. Works even with Friends turned off.; 5 styles (Strava, Badge, Minimal, Bars, Neon) and colours. Save the PNG, copy it, or share it to X, LinkedIn, Facebook or Instagram - the sticker is copied so you just paste it.</a:t>
                      </a:r>
                    </a:p>
                  </a:txBody>
                  <a:tcPr marL="73152" marR="73152" marT="36576" marB="36576">
                    <a:solidFill>
                      <a:srgbClr val="FFFDF8"/>
                    </a:solidFill>
                  </a:tcPr>
                </a:tc>
              </a:tr>
              <a:tr h="822960">
                <a:tc>
                  <a:txBody>
                    <a:bodyPr wrap="square"/>
                    <a:lstStyle/>
                    <a:p>
                      <a:r>
                        <a:rPr sz="1200" b="1">
                          <a:solidFill>
                            <a:srgbClr val="2B2A28"/>
                          </a:solidFill>
                          <a:latin typeface="Segoe UI"/>
                        </a:rPr>
                        <a:t>2.25.2</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Updates find you</a:t>
                      </a:r>
                    </a:p>
                    <a:p>
                      <a:r>
                        <a:rPr sz="1200" b="0">
                          <a:solidFill>
                            <a:srgbClr val="2B2A28"/>
                          </a:solidFill>
                          <a:latin typeface="Segoe UI"/>
                        </a:rPr>
                        <a:t>No need to press "Check for updates" anymore - Pips checks by itself every 30 minutes.; When an update is ready, your pet keeps the update bubble on screen until you choose Update now, Later (hides it for an hour) or Skip this version. If another message pushes it away, it comes back a minute later.; "Check for updates automatically" is now switched on for everyone (you can still turn it off in Settings).</a:t>
                      </a:r>
                    </a:p>
                  </a:txBody>
                  <a:tcPr marL="73152" marR="73152" marT="36576" marB="36576">
                    <a:solidFill>
                      <a:srgbClr val="F7F4EC"/>
                    </a:solidFill>
                  </a:tcPr>
                </a:tc>
              </a:tr>
              <a:tr h="822960">
                <a:tc>
                  <a:txBody>
                    <a:bodyPr wrap="square"/>
                    <a:lstStyle/>
                    <a:p>
                      <a:r>
                        <a:rPr sz="1200" b="1">
                          <a:solidFill>
                            <a:srgbClr val="2B2A28"/>
                          </a:solidFill>
                          <a:latin typeface="Segoe UI"/>
                        </a:rPr>
                        <a:t>2.25.1</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Quiet hide</a:t>
                      </a:r>
                    </a:p>
                    <a:p>
                      <a:r>
                        <a:rPr sz="1200" b="0">
                          <a:solidFill>
                            <a:srgbClr val="2B2A28"/>
                          </a:solidFill>
                          <a:latin typeface="Segoe UI"/>
                        </a:rPr>
                        <a:t>Hiding your pet no longer opens the Pomodoro card - the pet just disappears. Bring it back with the tray icon or the shortcut (Ctrl+Alt+P).</a:t>
                      </a:r>
                    </a:p>
                  </a:txBody>
                  <a:tcPr marL="73152" marR="73152" marT="36576" marB="36576">
                    <a:solidFill>
                      <a:srgbClr val="FFFDF8"/>
                    </a:solidFill>
                  </a:tcPr>
                </a:tc>
              </a:tr>
              <a:tr h="822960">
                <a:tc>
                  <a:txBody>
                    <a:bodyPr wrap="square"/>
                    <a:lstStyle/>
                    <a:p>
                      <a:r>
                        <a:rPr sz="1200" b="1">
                          <a:solidFill>
                            <a:srgbClr val="2B2A28"/>
                          </a:solidFill>
                          <a:latin typeface="Segoe UI"/>
                        </a:rPr>
                        <a:t>2.25.0</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7F4EC"/>
                    </a:solidFill>
                  </a:tcPr>
                </a:tc>
              </a:tr>
              <a:tr h="822960">
                <a:tc>
                  <a:txBody>
                    <a:bodyPr wrap="square"/>
                    <a:lstStyle/>
                    <a:p>
                      <a:r>
                        <a:rPr sz="1200" b="1">
                          <a:solidFill>
                            <a:srgbClr val="2B2A28"/>
                          </a:solidFill>
                          <a:latin typeface="Segoe UI"/>
                        </a:rPr>
                        <a:t>2.24.2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FFDF8"/>
                    </a:solidFill>
                  </a:tcPr>
                </a:tc>
              </a:tr>
              <a:tr h="822960">
                <a:tc>
                  <a:txBody>
                    <a:bodyPr wrap="square"/>
                    <a:lstStyle/>
                    <a:p>
                      <a:r>
                        <a:rPr sz="1200" b="1">
                          <a:solidFill>
                            <a:srgbClr val="2B2A28"/>
                          </a:solidFill>
                          <a:latin typeface="Segoe UI"/>
                        </a:rPr>
                        <a:t>2.24.1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7F4EC"/>
                    </a:solidFill>
                  </a:tcPr>
                </a:tc>
              </a:tr>
              <a:tr h="822960">
                <a:tc>
                  <a:txBody>
                    <a:bodyPr wrap="square"/>
                    <a:lstStyle/>
                    <a:p>
                      <a:r>
                        <a:rPr sz="1200" b="1">
                          <a:solidFill>
                            <a:srgbClr val="2B2A28"/>
                          </a:solidFill>
                          <a:latin typeface="Segoe UI"/>
                        </a:rPr>
                        <a:t>2.24.0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FFDF8"/>
                    </a:solidFill>
                  </a:tcPr>
                </a:tc>
              </a:tr>
              <a:tr h="822960">
                <a:tc>
                  <a:txBody>
                    <a:bodyPr wrap="square"/>
                    <a:lstStyle/>
                    <a:p>
                      <a:r>
                        <a:rPr sz="1200" b="1">
                          <a:solidFill>
                            <a:srgbClr val="2B2A28"/>
                          </a:solidFill>
                          <a:latin typeface="Segoe UI"/>
                        </a:rPr>
                        <a:t>2.23.0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7F4EC"/>
                    </a:solidFill>
                  </a:tcPr>
                </a:tc>
              </a:tr>
              <a:tr h="822960">
                <a:tc>
                  <a:txBody>
                    <a:bodyPr wrap="square"/>
                    <a:lstStyle/>
                    <a:p>
                      <a:r>
                        <a:rPr sz="1200" b="1">
                          <a:solidFill>
                            <a:srgbClr val="2B2A28"/>
                          </a:solidFill>
                          <a:latin typeface="Segoe UI"/>
                        </a:rPr>
                        <a:t>2.22.0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FFDF8"/>
                    </a:solidFill>
                  </a:tcPr>
                </a:tc>
              </a:tr>
              <a:tr h="822960">
                <a:tc>
                  <a:txBody>
                    <a:bodyPr wrap="square"/>
                    <a:lstStyle/>
                    <a:p>
                      <a:r>
                        <a:rPr sz="1200" b="1">
                          <a:solidFill>
                            <a:srgbClr val="2B2A28"/>
                          </a:solidFill>
                          <a:latin typeface="Segoe UI"/>
                        </a:rPr>
                        <a:t>2.21.0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7F4EC"/>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2.26.0 -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