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2.24.0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5614416"/>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r h="475488">
                <a:tc>
                  <a:txBody>
                    <a:bodyPr wrap="square"/>
                    <a:lstStyle/>
                    <a:p>
                      <a:r>
                        <a:rPr sz="1400" b="1">
                          <a:solidFill>
                            <a:srgbClr val="2B2A28"/>
                          </a:solidFill>
                          <a:latin typeface="Segoe UI"/>
                        </a:rPr>
                        <a:t>Battle ⚔</a:t>
                      </a:r>
                    </a:p>
                  </a:txBody>
                  <a:tcPr marL="73152" marR="73152" marT="36576" marB="36576">
                    <a:solidFill>
                      <a:srgbClr val="FFFDF8"/>
                    </a:solidFill>
                  </a:tcPr>
                </a:tc>
                <a:tc>
                  <a:txBody>
                    <a:bodyPr wrap="square"/>
                    <a:lstStyle/>
                    <a:p>
                      <a:r>
                        <a:rPr sz="1400" b="0">
                          <a:solidFill>
                            <a:srgbClr val="2B2A28"/>
                          </a:solidFill>
                          <a:latin typeface="Segoe UI"/>
                        </a:rPr>
                        <a:t>Arena duels: compare stats (level + gear), pick 3 skills, choose best of 1/3/5 rounds and take turns until one pet is knocked out</a:t>
                      </a:r>
                    </a:p>
                  </a:txBody>
                  <a:tcPr marL="73152" marR="73152" marT="36576" marB="36576">
                    <a:solidFill>
                      <a:srgbClr val="FFFDF8"/>
                    </a:solidFill>
                  </a:tcPr>
                </a:tc>
              </a:tr>
              <a:tr h="475488">
                <a:tc>
                  <a:txBody>
                    <a:bodyPr wrap="square"/>
                    <a:lstStyle/>
                    <a:p>
                      <a:r>
                        <a:rPr sz="1400" b="1">
                          <a:solidFill>
                            <a:srgbClr val="2B2A28"/>
                          </a:solidFill>
                          <a:latin typeface="Segoe UI"/>
                        </a:rPr>
                        <a:t>Games 🎲</a:t>
                      </a:r>
                    </a:p>
                  </a:txBody>
                  <a:tcPr marL="73152" marR="73152" marT="36576" marB="36576">
                    <a:solidFill>
                      <a:srgbClr val="F7F4EC"/>
                    </a:solidFill>
                  </a:tcPr>
                </a:tc>
                <a:tc>
                  <a:txBody>
                    <a:bodyPr wrap="square"/>
                    <a:lstStyle/>
                    <a:p>
                      <a:r>
                        <a:rPr sz="1400" b="0">
                          <a:solidFill>
                            <a:srgbClr val="2B2A28"/>
                          </a:solidFill>
                          <a:latin typeface="Segoe UI"/>
                        </a:rPr>
                        <a:t>5 minigames - Treat Catch, Bonk the Bugs, Memory Match, Pet Says, Hop Hop (Hub → Play → Minigames or right-click → Games)</a:t>
                      </a:r>
                    </a:p>
                  </a:txBody>
                  <a:tcPr marL="73152" marR="73152" marT="36576" marB="36576">
                    <a:solidFill>
                      <a:srgbClr val="F7F4EC"/>
                    </a:solidFill>
                  </a:tcPr>
                </a:tc>
              </a:tr>
              <a:tr h="475488">
                <a:tc>
                  <a:txBody>
                    <a:bodyPr wrap="square"/>
                    <a:lstStyle/>
                    <a:p>
                      <a:r>
                        <a:rPr sz="1400" b="1">
                          <a:solidFill>
                            <a:srgbClr val="2B2A28"/>
                          </a:solidFill>
                          <a:latin typeface="Segoe UI"/>
                        </a:rPr>
                        <a:t>Weather ☔</a:t>
                      </a:r>
                    </a:p>
                  </a:txBody>
                  <a:tcPr marL="73152" marR="73152" marT="36576" marB="36576">
                    <a:solidFill>
                      <a:srgbClr val="FFFDF8"/>
                    </a:solidFill>
                  </a:tcPr>
                </a:tc>
                <a:tc>
                  <a:txBody>
                    <a:bodyPr wrap="square"/>
                    <a:lstStyle/>
                    <a:p>
                      <a:r>
                        <a:rPr sz="1400" b="0">
                          <a:solidFill>
                            <a:srgbClr val="2B2A28"/>
                          </a:solidFill>
                          <a:latin typeface="Segoe UI"/>
                        </a:rPr>
                        <a:t>Live weather around your pet (rain cloud + umbrella, snow, sun, stars, storms). Right-click → Weather &amp; location to follow your exact spot or pick a place</a:t>
                      </a:r>
                    </a:p>
                  </a:txBody>
                  <a:tcPr marL="73152" marR="73152" marT="36576" marB="36576">
                    <a:solidFill>
                      <a:srgbClr val="FFFDF8"/>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2.24.0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Skill battles, minigames &amp; a simpler Hub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Arena battles are now turn-based: before a fight compare both pets' stats (level + gear), pick 3 skills, and the challenger chooses best of 1, 3 or 5 rounds. Take turns until one pet is knocked out - new skills unlock as you level up and with weapons and gadgets.</a:t>
            </a:r>
          </a:p>
          <a:p>
            <a:pPr>
              <a:spcAft>
                <a:spcPts val="1000"/>
              </a:spcAft>
            </a:pPr>
            <a:r>
              <a:rPr sz="1700" b="1">
                <a:solidFill>
                  <a:srgbClr val="4CB86B"/>
                </a:solidFill>
                <a:latin typeface="Segoe UI"/>
              </a:rPr>
              <a:t>•  </a:t>
            </a:r>
            <a:r>
              <a:rPr sz="1700">
                <a:solidFill>
                  <a:srgbClr val="2B2A28"/>
                </a:solidFill>
                <a:latin typeface="Segoe UI"/>
              </a:rPr>
              <a:t>5 new minigames to play with your pet: Treat Catch, Bonk the Bugs, Memory Match, Pet Says and Hop Hop. Best scores are saved and great scores earn a few coins (right-click → Games, or Hub → Play).</a:t>
            </a:r>
          </a:p>
          <a:p>
            <a:pPr>
              <a:spcAft>
                <a:spcPts val="1000"/>
              </a:spcAft>
            </a:pPr>
            <a:r>
              <a:rPr sz="1700" b="1">
                <a:solidFill>
                  <a:srgbClr val="4CB86B"/>
                </a:solidFill>
                <a:latin typeface="Segoe UI"/>
              </a:rPr>
              <a:t>•  </a:t>
            </a:r>
            <a:r>
              <a:rPr sz="1700">
                <a:solidFill>
                  <a:srgbClr val="2B2A28"/>
                </a:solidFill>
                <a:latin typeface="Segoe UI"/>
              </a:rPr>
              <a:t>The Hub is simpler: 5 tabs - Friends, Chat (messages + groups), Play (arena, minigames, ranks), Shop and Me (profile + achievements).</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Duel arena kini bergiliran: sebelum bertarung bandingkan statistik kedua pet (level + gear), pilih 3 skill, dan penantang memilih best of 1, 3 atau 5 ronde. Bergantian sampai salah satu KO - skill baru terbuka saat naik level dan dengan senjata serta gadget.</a:t>
            </a:r>
          </a:p>
          <a:p>
            <a:pPr>
              <a:spcAft>
                <a:spcPts val="500"/>
              </a:spcAft>
            </a:pPr>
            <a:r>
              <a:rPr sz="1200" b="1">
                <a:solidFill>
                  <a:srgbClr val="4CB86B"/>
                </a:solidFill>
                <a:latin typeface="Segoe UI"/>
              </a:rPr>
              <a:t>•  </a:t>
            </a:r>
            <a:r>
              <a:rPr sz="1200">
                <a:solidFill>
                  <a:srgbClr val="2B2A28"/>
                </a:solidFill>
                <a:latin typeface="Segoe UI"/>
              </a:rPr>
              <a:t>5 minigame baru untuk bermain dengan pet: Tangkap Camilan, Pukul Serangga, Cocokkan Kartu, Kata Pet dan Lompat Lompat. Skor terbaik disimpan dan skor hebat dapat beberapa koin (klik kanan → Permainan, atau Hub → Main).</a:t>
            </a:r>
          </a:p>
          <a:p>
            <a:pPr>
              <a:spcAft>
                <a:spcPts val="500"/>
              </a:spcAft>
            </a:pPr>
            <a:r>
              <a:rPr sz="1200" b="1">
                <a:solidFill>
                  <a:srgbClr val="4CB86B"/>
                </a:solidFill>
                <a:latin typeface="Segoe UI"/>
              </a:rPr>
              <a:t>•  </a:t>
            </a:r>
            <a:r>
              <a:rPr sz="1200">
                <a:solidFill>
                  <a:srgbClr val="2B2A28"/>
                </a:solidFill>
                <a:latin typeface="Segoe UI"/>
              </a:rPr>
              <a:t>Hub lebih sederhana: 5 tab - Teman, Chat (pesan + grup), Main (arena, minigame, peringkat), Toko dan Saya (profil + pencapaian).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918764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Skill battles, minigames &amp; a simpler Hub</a:t>
                      </a:r>
                    </a:p>
                    <a:p>
                      <a:r>
                        <a:rPr sz="1200" b="0">
                          <a:solidFill>
                            <a:srgbClr val="2B2A28"/>
                          </a:solidFill>
                          <a:latin typeface="Segoe UI"/>
                        </a:rPr>
                        <a:t>Arena battles are now turn-based: before a fight compare both pets' stats (level + gear), pick 3 skills, and the challenger chooses best of 1, 3 or 5 rounds. Take turns until one pet is knocked out - new skills unlock as you level up and with weapons and gadgets.; 5 new minigames to play with your pet: Treat Catch, Bonk the Bugs, Memory Match, Pet Says and Hop Hop. Best scores are saved and great scores earn a few coins (right-click → Games, or Hub → Play).; The Hub is simpler: 5 tabs - Friends, Chat (messages + groups), Play (arena, minigames, ranks), Shop and Me (profile + achievements).</a:t>
                      </a:r>
                    </a:p>
                  </a:txBody>
                  <a:tcPr marL="73152" marR="73152" marT="36576" marB="36576">
                    <a:solidFill>
                      <a:srgbClr val="FFFDF8"/>
                    </a:solidFill>
                  </a:tcPr>
                </a:tc>
              </a:tr>
              <a:tr h="822960">
                <a:tc>
                  <a:txBody>
                    <a:bodyPr wrap="square"/>
                    <a:lstStyle/>
                    <a:p>
                      <a:r>
                        <a:rPr sz="1200" b="1">
                          <a:solidFill>
                            <a:srgbClr val="2B2A28"/>
                          </a:solidFill>
                          <a:latin typeface="Segoe UI"/>
                        </a:rPr>
                        <a:t>2.23.0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Weather on your desktop</a:t>
                      </a:r>
                    </a:p>
                    <a:p>
                      <a:r>
                        <a:rPr sz="1200" b="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 New right-click menu → Weather &amp; location: Follow my exact location (Windows location; a laptop is followed as you move), Approximate (from your internet connection), or Pick a place - search a city or paste exact coordinates from Google Maps. The pet tells you when the weather changes.; Works without Pips Friends (weather from Open-Meteo, no account needed). With Friends on, your profile city follows you too - but a city you hid stays hidden. If Windows location is turned off on your PC, Pips explains how to turn it on and uses your internet location meanwhile.</a:t>
                      </a:r>
                    </a:p>
                  </a:txBody>
                  <a:tcPr marL="73152" marR="73152" marT="36576" marB="36576">
                    <a:solidFill>
                      <a:srgbClr val="F7F4EC"/>
                    </a:solidFill>
                  </a:tcPr>
                </a:tc>
              </a:tr>
              <a:tr h="822960">
                <a:tc>
                  <a:txBody>
                    <a:bodyPr wrap="square"/>
                    <a:lstStyle/>
                    <a:p>
                      <a:r>
                        <a:rPr sz="1200" b="1">
                          <a:solidFill>
                            <a:srgbClr val="2B2A28"/>
                          </a:solidFill>
                          <a:latin typeface="Segoe UI"/>
                        </a:rPr>
                        <a:t>2.22.0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FFDF8"/>
                    </a:solidFill>
                  </a:tcPr>
                </a:tc>
              </a:tr>
              <a:tr h="822960">
                <a:tc>
                  <a:txBody>
                    <a:bodyPr wrap="square"/>
                    <a:lstStyle/>
                    <a:p>
                      <a:r>
                        <a:rPr sz="1200" b="1">
                          <a:solidFill>
                            <a:srgbClr val="2B2A28"/>
                          </a:solidFill>
                          <a:latin typeface="Segoe UI"/>
                        </a:rPr>
                        <a:t>2.21.0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7F4EC"/>
                    </a:solidFill>
                  </a:tcPr>
                </a:tc>
              </a:tr>
              <a:tr h="822960">
                <a:tc>
                  <a:txBody>
                    <a:bodyPr wrap="square"/>
                    <a:lstStyle/>
                    <a:p>
                      <a:r>
                        <a:rPr sz="1200" b="1">
                          <a:solidFill>
                            <a:srgbClr val="2B2A28"/>
                          </a:solidFill>
                          <a:latin typeface="Segoe UI"/>
                        </a:rPr>
                        <a:t>2.20.0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FFDF8"/>
                    </a:solidFill>
                  </a:tcPr>
                </a:tc>
              </a:tr>
              <a:tr h="822960">
                <a:tc>
                  <a:txBody>
                    <a:bodyPr wrap="square"/>
                    <a:lstStyle/>
                    <a:p>
                      <a:r>
                        <a:rPr sz="1200" b="1">
                          <a:solidFill>
                            <a:srgbClr val="2B2A28"/>
                          </a:solidFill>
                          <a:latin typeface="Segoe UI"/>
                        </a:rPr>
                        <a:t>2.19.0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7F4EC"/>
                    </a:solidFill>
                  </a:tcPr>
                </a:tc>
              </a:tr>
              <a:tr h="822960">
                <a:tc>
                  <a:txBody>
                    <a:bodyPr wrap="square"/>
                    <a:lstStyle/>
                    <a:p>
                      <a:r>
                        <a:rPr sz="1200" b="1">
                          <a:solidFill>
                            <a:srgbClr val="2B2A28"/>
                          </a:solidFill>
                          <a:latin typeface="Segoe UI"/>
                        </a:rPr>
                        <a:t>2.18.0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FFDF8"/>
                    </a:solidFill>
                  </a:tcPr>
                </a:tc>
              </a:tr>
              <a:tr h="822960">
                <a:tc>
                  <a:txBody>
                    <a:bodyPr wrap="square"/>
                    <a:lstStyle/>
                    <a:p>
                      <a:r>
                        <a:rPr sz="1200" b="1">
                          <a:solidFill>
                            <a:srgbClr val="2B2A28"/>
                          </a:solidFill>
                          <a:latin typeface="Segoe UI"/>
                        </a:rPr>
                        <a:t>2.17.0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7F4EC"/>
                    </a:solidFill>
                  </a:tcPr>
                </a:tc>
              </a:tr>
              <a:tr h="822960">
                <a:tc>
                  <a:txBody>
                    <a:bodyPr wrap="square"/>
                    <a:lstStyle/>
                    <a:p>
                      <a:r>
                        <a:rPr sz="1200" b="1">
                          <a:solidFill>
                            <a:srgbClr val="2B2A28"/>
                          </a:solidFill>
                          <a:latin typeface="Segoe UI"/>
                        </a:rPr>
                        <a:t>2.16.0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FFDF8"/>
                    </a:solidFill>
                  </a:tcPr>
                </a:tc>
              </a:tr>
              <a:tr h="822960">
                <a:tc>
                  <a:txBody>
                    <a:bodyPr wrap="square"/>
                    <a:lstStyle/>
                    <a:p>
                      <a:r>
                        <a:rPr sz="1200" b="1">
                          <a:solidFill>
                            <a:srgbClr val="2B2A28"/>
                          </a:solidFill>
                          <a:latin typeface="Segoe UI"/>
                        </a:rPr>
                        <a:t>2.15.0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7F4EC"/>
                    </a:solidFill>
                  </a:tcPr>
                </a:tc>
              </a:tr>
              <a:tr h="822960">
                <a:tc>
                  <a:txBody>
                    <a:bodyPr wrap="square"/>
                    <a:lstStyle/>
                    <a:p>
                      <a:r>
                        <a:rPr sz="1200" b="1">
                          <a:solidFill>
                            <a:srgbClr val="2B2A28"/>
                          </a:solidFill>
                          <a:latin typeface="Segoe UI"/>
                        </a:rPr>
                        <a:t>2.14.3</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FFDF8"/>
                    </a:solidFill>
                  </a:tcPr>
                </a:tc>
              </a:tr>
              <a:tr h="822960">
                <a:tc>
                  <a:txBody>
                    <a:bodyPr wrap="square"/>
                    <a:lstStyle/>
                    <a:p>
                      <a:r>
                        <a:rPr sz="1200" b="1">
                          <a:solidFill>
                            <a:srgbClr val="2B2A28"/>
                          </a:solidFill>
                          <a:latin typeface="Segoe UI"/>
                        </a:rPr>
                        <a:t>2.14.2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7F4EC"/>
                    </a:solidFill>
                  </a:tcPr>
                </a:tc>
              </a:tr>
              <a:tr h="822960">
                <a:tc>
                  <a:txBody>
                    <a:bodyPr wrap="square"/>
                    <a:lstStyle/>
                    <a:p>
                      <a:r>
                        <a:rPr sz="1200" b="1">
                          <a:solidFill>
                            <a:srgbClr val="2B2A28"/>
                          </a:solidFill>
                          <a:latin typeface="Segoe UI"/>
                        </a:rPr>
                        <a:t>2.14.1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FFDF8"/>
                    </a:solidFill>
                  </a:tcPr>
                </a:tc>
              </a:tr>
              <a:tr h="822960">
                <a:tc>
                  <a:txBody>
                    <a:bodyPr wrap="square"/>
                    <a:lstStyle/>
                    <a:p>
                      <a:r>
                        <a:rPr sz="1200" b="1">
                          <a:solidFill>
                            <a:srgbClr val="2B2A28"/>
                          </a:solidFill>
                          <a:latin typeface="Segoe UI"/>
                        </a:rPr>
                        <a:t>2.14.0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7F4EC"/>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2.24.0 -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