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4CB86B"/>
                </a:solidFill>
                <a:latin typeface="Segoe UI"/>
              </a:rPr>
              <a:t>USER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5943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000" b="1">
                <a:solidFill>
                  <a:srgbClr val="2B2A28"/>
                </a:solidFill>
                <a:latin typeface="Georgia"/>
              </a:rPr>
              <a:t>Pips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56692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0">
                <a:solidFill>
                  <a:srgbClr val="2B2A28"/>
                </a:solidFill>
                <a:latin typeface="Segoe UI"/>
              </a:rPr>
              <a:t>A cute desktop pet + Pomodoro focus buddy for Windows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Version 2.1.1  ·  2026-10-28  ·  Owner: Juwen Lie</a:t>
            </a:r>
          </a:p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English · Bahasa Indonesia · 繁體中文 · 简体中文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Segoe UI"/>
              </a:rPr>
              <a:t>https://juw12.github.io/projects/pips/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097280"/>
            <a:ext cx="4937760" cy="402336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ro_p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08760"/>
            <a:ext cx="45720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52578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Pick from 23 animals - land, water and sky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 is Pips?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desk buddy. </a:t>
            </a:r>
            <a:r>
              <a:rPr sz="1800">
                <a:solidFill>
                  <a:srgbClr val="2B2A28"/>
                </a:solidFill>
                <a:latin typeface="Segoe UI"/>
              </a:rPr>
              <a:t>A little animal lives on your taskbar - it walks, naps, chats and reacts when you play with it.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focus timer. </a:t>
            </a:r>
            <a:r>
              <a:rPr sz="1800">
                <a:solidFill>
                  <a:srgbClr val="2B2A28"/>
                </a:solidFill>
                <a:latin typeface="Segoe UI"/>
              </a:rPr>
              <a:t>Click the pet to open the Pips card: a 25-minute Pomodoro timer with relaxing soundscapes.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Gentle reminders. </a:t>
            </a:r>
            <a:r>
              <a:rPr sz="1800">
                <a:solidFill>
                  <a:srgbClr val="2B2A28"/>
                </a:solidFill>
                <a:latin typeface="Segoe UI"/>
              </a:rPr>
              <a:t>Breaks, drinking water, 20-20-20 eye rest and your daily goal pop up as friendly chat bubbles.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Insights. </a:t>
            </a:r>
            <a:r>
              <a:rPr sz="1800">
                <a:solidFill>
                  <a:srgbClr val="2B2A28"/>
                </a:solidFill>
                <a:latin typeface="Segoe UI"/>
              </a:rPr>
              <a:t>A daily 1-5 star focus score, app-usage tracking and charts in the dashboard.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Private. </a:t>
            </a:r>
            <a:r>
              <a:rPr sz="1800">
                <a:solidFill>
                  <a:srgbClr val="2B2A28"/>
                </a:solidFill>
                <a:latin typeface="Segoe UI"/>
              </a:rPr>
              <a:t>Everything stays in the Pips folder on your PC. Nothing is uploaded.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4 languages. </a:t>
            </a:r>
            <a:r>
              <a:rPr sz="1800">
                <a:solidFill>
                  <a:srgbClr val="2B2A28"/>
                </a:solidFill>
                <a:latin typeface="Segoe UI"/>
              </a:rPr>
              <a:t>English, Bahasa Indonesia, 繁體中文, 简体中文.</a:t>
            </a:r>
          </a:p>
        </p:txBody>
      </p:sp>
      <p:pic>
        <p:nvPicPr>
          <p:cNvPr id="8" name="Picture 7" descr="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669390"/>
            <a:ext cx="2377440" cy="33363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315200" y="516636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The Pips card</a:t>
            </a:r>
          </a:p>
        </p:txBody>
      </p:sp>
      <p:pic>
        <p:nvPicPr>
          <p:cNvPr id="10" name="Picture 9" descr="bee_task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3381292"/>
            <a:ext cx="1920240" cy="91837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875520" y="4617720"/>
            <a:ext cx="2103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Your pet on the taskbar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Install in 3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Download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Get Pips-Windows.zip from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https://juw12.github.io/projects/pips/download/Pips-Windows.zip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2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Unzip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Right-click the zip → Extract All…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Put the folder somewhere permanent, e.g. Documents\Pips (not inside the zip!).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5820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Double-click  “Start Pips.bat”.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The first start installs two small helpers (pywin32, Pillow) - takes ~30 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155680" cy="132588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8348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Needs Python 3.10+ </a:t>
            </a:r>
            <a:r>
              <a:rPr sz="1400">
                <a:solidFill>
                  <a:srgbClr val="2B2A28"/>
                </a:solidFill>
                <a:latin typeface="Segoe UI"/>
              </a:rPr>
              <a:t>(free from python.org - tick “Add python.exe to PATH” when installing). Windows 10 or 11.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Start with Windows: </a:t>
            </a:r>
            <a:r>
              <a:rPr sz="1400">
                <a:solidFill>
                  <a:srgbClr val="2B2A28"/>
                </a:solidFill>
                <a:latin typeface="Segoe UI"/>
              </a:rPr>
              <a:t>right-click the Pips card → Autostart, or run install_autostart.ps1 (right-click → Run with PowerShell).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First start: language + interactive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4</a:t>
            </a:r>
          </a:p>
        </p:txBody>
      </p:sp>
      <p:pic>
        <p:nvPicPr>
          <p:cNvPr id="7" name="Picture 6" descr="lang_p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201" y="1645920"/>
            <a:ext cx="3489038" cy="37490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4406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① Pick your language</a:t>
            </a:r>
          </a:p>
        </p:txBody>
      </p:sp>
      <p:pic>
        <p:nvPicPr>
          <p:cNvPr id="9" name="Picture 8" descr="tour_wel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648558"/>
            <a:ext cx="3931920" cy="2646484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389120" y="4343400"/>
            <a:ext cx="3931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② Your pet says hi and offers a 1-minute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64592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A language window appears once. You can change it later (right-click the pet → Language).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Then your pet walks you through the basics - just follow the bubble.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Press “Skip guide” anytime.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Replay: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Interactive guide.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The interactive guide, step by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69494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377440"/>
                <a:gridCol w="3840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the pet asks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teaches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me once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Clicking the pet opens the Pips card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the ring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Start / pause a 25-minute focus session; – or ✕ hides the card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Drag me anywhere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Move the pet; drop it on the taskbar to walk there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Rub your mouse over me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Petting makes it happy (hearts!)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Right-click me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The menu: snacks, sleep, animals, colours, language, settings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 have moods!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Keep it happy: pet, feed and finish pomodoros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cl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1</a:t>
            </a:r>
          </a:p>
        </p:txBody>
      </p:sp>
      <p:pic>
        <p:nvPicPr>
          <p:cNvPr id="10" name="Picture 9" descr="tour_dr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92124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3</a:t>
            </a:r>
          </a:p>
        </p:txBody>
      </p:sp>
      <p:pic>
        <p:nvPicPr>
          <p:cNvPr id="12" name="Picture 11" descr="tour_p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77240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4</a:t>
            </a:r>
          </a:p>
        </p:txBody>
      </p:sp>
      <p:pic>
        <p:nvPicPr>
          <p:cNvPr id="14" name="Picture 13" descr="tour_men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92124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Playing with your pet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31520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Do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Giggles and opens / closes the Pips card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Drag &amp; drop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Carry it anywhere. Drop on the taskbar → it walks along it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Rub the mouse back and forth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Petting ♥ - happiness and bond go up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Shake while dragging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Dizzy! (don't overdo it)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Right-click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Menu: snack, sleep / wake, Animal, colours, size, Language, Help…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Give a snack ♨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Fills its tummy (right-click → Give a snack)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Leave the PC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after a few minutes and wakes up when you're back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664384"/>
            <a:ext cx="3749039" cy="2523391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138160" y="42519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Right-click = everything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4754880"/>
            <a:ext cx="3749039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6E6A62"/>
                </a:solidFill>
                <a:latin typeface="Segoe UI"/>
              </a:rPr>
              <a:t>Tip: the click action can be changed in Pet status &amp; settings (e.g. click = just tickle).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23 animals in 3 groups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7</a:t>
            </a:r>
          </a:p>
        </p:txBody>
      </p:sp>
      <p:pic>
        <p:nvPicPr>
          <p:cNvPr id="7" name="Picture 6" descr="species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13447"/>
            <a:ext cx="7040880" cy="417974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863840" y="164592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Land (9): </a:t>
            </a:r>
            <a:r>
              <a:rPr sz="1500">
                <a:solidFill>
                  <a:srgbClr val="2B2A28"/>
                </a:solidFill>
                <a:latin typeface="Segoe UI"/>
              </a:rPr>
              <a:t>cat, dog, bunny, bear, panda, fox, hamster, pig, sprout - they walk &amp; hop.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Water (8): </a:t>
            </a:r>
            <a:r>
              <a:rPr sz="1500">
                <a:solidFill>
                  <a:srgbClr val="2B2A28"/>
                </a:solidFill>
                <a:latin typeface="Segoe UI"/>
              </a:rPr>
              <a:t>fish, whale, octopus, axolotl, penguin, turtle, frog, jellyfish - they swim with bubbles.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Sky (6): </a:t>
            </a:r>
            <a:r>
              <a:rPr sz="1500">
                <a:solidFill>
                  <a:srgbClr val="2B2A28"/>
                </a:solidFill>
                <a:latin typeface="Segoe UI"/>
              </a:rPr>
              <a:t>bird, owl, bat, bee, butterfly, dragon - they hover and flap.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Change: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→ Animal, or the tabs in Pet status &amp; settings.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Make it yours: </a:t>
            </a:r>
            <a:r>
              <a:rPr sz="1500">
                <a:solidFill>
                  <a:srgbClr val="2B2A28"/>
                </a:solidFill>
                <a:latin typeface="Segoe UI"/>
              </a:rPr>
              <a:t>name, body colour, cheek colour and size S / M / 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Moods &amp;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49808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474720"/>
                <a:gridCol w="25603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Stat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up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down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Happiness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pet it, finish pomodoros, hit your goal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Ignored for long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Energy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(when you're away or via Sleep)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Time awake, lots of play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Food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give a snack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Slowly over the day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Bond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Every interaction, every day together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(never really drops)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663440"/>
            <a:ext cx="7498079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Moods you'll see: very happy · happy · okay · sad · very sad · tired · hungry · grumpy · sleeping.</a:t>
            </a:r>
          </a:p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Check them anytime: right-click → Pet status &amp; settings.</a:t>
            </a:r>
          </a:p>
        </p:txBody>
      </p:sp>
      <p:pic>
        <p:nvPicPr>
          <p:cNvPr id="9" name="Picture 8" descr="tour_mo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680210"/>
            <a:ext cx="3566160" cy="240030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pic>
        <p:nvPicPr>
          <p:cNvPr id="10" name="Picture 9" descr="tour_fin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56" y="4297680"/>
            <a:ext cx="2852928" cy="19202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Focus with the Pomodoro card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9</a:t>
            </a:r>
          </a:p>
        </p:txBody>
      </p:sp>
      <p:pic>
        <p:nvPicPr>
          <p:cNvPr id="7" name="Picture 6" descr="tou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151" y="1554480"/>
            <a:ext cx="2428818" cy="475488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06240" y="1645920"/>
            <a:ext cx="7589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Start: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or ► Start. 25 min focus → 5 min break; every 4th break is longer.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Pause / reset: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again, or ↻ Reset.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Sound: </a:t>
            </a:r>
            <a:r>
              <a:rPr sz="1600">
                <a:solidFill>
                  <a:srgbClr val="2B2A28"/>
                </a:solidFill>
                <a:latin typeface="Segoe UI"/>
              </a:rPr>
              <a:t>rain, thunder, brown noise, café, ocean, forest, fireplace, crickets, wind - pick one and set its volume (♪ button).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Status pill: </a:t>
            </a:r>
            <a:r>
              <a:rPr sz="1600">
                <a:solidFill>
                  <a:srgbClr val="2B2A28"/>
                </a:solidFill>
                <a:latin typeface="Segoe UI"/>
              </a:rPr>
              <a:t>shows what you're doing now (Focus / Idle / Break) and the app in front.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Score: </a:t>
            </a:r>
            <a:r>
              <a:rPr sz="1600">
                <a:solidFill>
                  <a:srgbClr val="2B2A28"/>
                </a:solidFill>
                <a:latin typeface="Segoe UI"/>
              </a:rPr>
              <a:t>★ 1-5 focus score for today, updated live.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Hide: </a:t>
            </a:r>
            <a:r>
              <a:rPr sz="1600">
                <a:solidFill>
                  <a:srgbClr val="2B2A28"/>
                </a:solidFill>
                <a:latin typeface="Segoe UI"/>
              </a:rPr>
              <a:t>– or ✕ tucks the card back into your pet. Click the pet to bring it back.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While you focus, </a:t>
            </a:r>
            <a:r>
              <a:rPr sz="1600">
                <a:solidFill>
                  <a:srgbClr val="2B2A28"/>
                </a:solidFill>
                <a:latin typeface="Segoe UI"/>
              </a:rPr>
              <a:t>your pet wears a little headband and nudges you if you drift to distracting apps.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Reminders, goals &amp;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Reminders as bubbles: </a:t>
            </a:r>
            <a:r>
              <a:rPr sz="1600">
                <a:solidFill>
                  <a:srgbClr val="2B2A28"/>
                </a:solidFill>
                <a:latin typeface="Segoe UI"/>
              </a:rPr>
              <a:t>stand-up breaks, drink water, 20-20-20 eye rest, pomodoro done, daily goal reached.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Daily goal &amp; streaks: </a:t>
            </a:r>
            <a:r>
              <a:rPr sz="1600">
                <a:solidFill>
                  <a:srgbClr val="2B2A28"/>
                </a:solidFill>
                <a:latin typeface="Segoe UI"/>
              </a:rPr>
              <a:t>set a pomodoro goal; streaks and XP keep you going.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Coach tips: </a:t>
            </a:r>
            <a:r>
              <a:rPr sz="1600">
                <a:solidFill>
                  <a:srgbClr val="2B2A28"/>
                </a:solidFill>
                <a:latin typeface="Segoe UI"/>
              </a:rPr>
              <a:t>short, friendly suggestions based on your day.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Turn bubbles off: </a:t>
            </a:r>
            <a:r>
              <a:rPr sz="1600">
                <a:solidFill>
                  <a:srgbClr val="2B2A28"/>
                </a:solidFill>
                <a:latin typeface="Segoe UI"/>
              </a:rPr>
              <a:t>Pet status &amp; settings → uncheck “Show reminders &amp; notifications as chat bubbles” (you'll get normal notifications).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94960" cy="438912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A28"/>
                </a:solidFill>
                <a:latin typeface="Segoe UI"/>
              </a:rPr>
              <a:t>Dashboard (right-click the card → Dashboard)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317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Focus timeline of today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Hour-of-day heatmap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7-day focus score trend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Pomodoros per 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Top apps &amp; time per app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History, weekly and monthly reports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Make it yours: Pet status &amp; settings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11</a:t>
            </a:r>
          </a:p>
        </p:txBody>
      </p:sp>
      <p:pic>
        <p:nvPicPr>
          <p:cNvPr id="7" name="Picture 6" descr="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70" y="1508760"/>
            <a:ext cx="1850100" cy="484632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365760" y="6382512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(shown in Bahasa Indonesia)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6002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8B1A1A"/>
                </a:solidFill>
                <a:latin typeface="Segoe UI"/>
              </a:rPr>
              <a:t>Right-click the pet → Pet status &amp; settings…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Status: </a:t>
            </a:r>
            <a:r>
              <a:rPr sz="1500">
                <a:solidFill>
                  <a:srgbClr val="2B2A28"/>
                </a:solidFill>
                <a:latin typeface="Segoe UI"/>
              </a:rPr>
              <a:t>mood + happiness, energy, food, bond bars.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Animal: </a:t>
            </a:r>
            <a:r>
              <a:rPr sz="1500">
                <a:solidFill>
                  <a:srgbClr val="2B2A28"/>
                </a:solidFill>
                <a:latin typeface="Segoe UI"/>
              </a:rPr>
              <a:t>Land / Water / Sky tabs - click a tile.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Look: </a:t>
            </a:r>
            <a:r>
              <a:rPr sz="1500">
                <a:solidFill>
                  <a:srgbClr val="2B2A28"/>
                </a:solidFill>
                <a:latin typeface="Segoe UI"/>
              </a:rPr>
              <a:t>name, colour, cheeks, size S / M / L.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Language: </a:t>
            </a:r>
            <a:r>
              <a:rPr sz="1500">
                <a:solidFill>
                  <a:srgbClr val="2B2A28"/>
                </a:solidFill>
                <a:latin typeface="Segoe UI"/>
              </a:rPr>
              <a:t>switch instantly.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Click action (open card / just tickle)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Show reminders as chat bubbles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Walk around on the taskbar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Gravity (falls when dropped)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Nap when I'm away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Open the card next to the pet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Chatty (little messages)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Hide during full-screen apps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Check for updates automatically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Languages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Hello!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Bahasa Indonesia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Halo!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繁體中文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简体中文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661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Change anytime: </a:t>
            </a:r>
            <a:r>
              <a:rPr sz="1700">
                <a:solidFill>
                  <a:srgbClr val="2B2A28"/>
                </a:solidFill>
                <a:latin typeface="Segoe UI"/>
              </a:rPr>
              <a:t>right-click the pet (or the card) → Language. Everything switches instantly - menus, bubbles, reminders, the card.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First start: </a:t>
            </a:r>
            <a:r>
              <a:rPr sz="1700">
                <a:solidFill>
                  <a:srgbClr val="2B2A28"/>
                </a:solidFill>
                <a:latin typeface="Segoe UI"/>
              </a:rPr>
              <a:t>Pips guesses from your Windows language and asks once.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Update notes </a:t>
            </a:r>
            <a:r>
              <a:rPr sz="1700">
                <a:solidFill>
                  <a:srgbClr val="2B2A28"/>
                </a:solidFill>
                <a:latin typeface="Segoe UI"/>
              </a:rPr>
              <a:t>are shown in your language too.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NEW IN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Updates - right inside Pips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13</a:t>
            </a:r>
          </a:p>
        </p:txBody>
      </p:sp>
      <p:pic>
        <p:nvPicPr>
          <p:cNvPr id="7" name="Picture 6" descr="update_of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53" y="1645920"/>
            <a:ext cx="4890733" cy="32918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98348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Example of an update notice (sample version text)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Automatic check: </a:t>
            </a:r>
            <a:r>
              <a:rPr sz="1500">
                <a:solidFill>
                  <a:srgbClr val="2B2A28"/>
                </a:solidFill>
                <a:latin typeface="Segoe UI"/>
              </a:rPr>
              <a:t>shortly after start and every 6 hours (needs internet).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pet tells you </a:t>
            </a:r>
            <a:r>
              <a:rPr sz="1500">
                <a:solidFill>
                  <a:srgbClr val="2B2A28"/>
                </a:solidFill>
                <a:latin typeface="Segoe UI"/>
              </a:rPr>
              <a:t>what's new and offers: Update now · Later · Skip this version.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Update now: </a:t>
            </a:r>
            <a:r>
              <a:rPr sz="1500">
                <a:solidFill>
                  <a:srgbClr val="2B2A28"/>
                </a:solidFill>
                <a:latin typeface="Segoe UI"/>
              </a:rPr>
              <a:t>downloads, verifies (SHA-256), installs and restarts Pips by itself - about 10 seconds.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stuff is safe: </a:t>
            </a:r>
            <a:r>
              <a:rPr sz="1500">
                <a:solidFill>
                  <a:srgbClr val="2B2A28"/>
                </a:solidFill>
                <a:latin typeface="Segoe UI"/>
              </a:rPr>
              <a:t>settings, pet, history and reports are never touched. The old version is backed up in the backup\ folder.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Manual check: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Check for updates.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Don't want it? </a:t>
            </a:r>
            <a:r>
              <a:rPr sz="1500">
                <a:solidFill>
                  <a:srgbClr val="2B2A28"/>
                </a:solidFill>
                <a:latin typeface="Segoe UI"/>
              </a:rPr>
              <a:t>Pet status &amp; settings → uncheck “Check for updates automatically”.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Troubleshooting &amp; FAQ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0467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Problem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Try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Nothing happens when I start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Install Python 3 from python.org (tick “Add to PATH”), then run Start Pips.bat again.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“Windows protected your PC”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More info → Run anyway (the .bat just starts Python).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Where is my pet?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Look on the taskbar. Right-click the card → Pet → Show. It hides during full-screen apps.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The card is gone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the pet. Or restart Pips from the shortcut.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Update failed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Check internet / proxy, try Help → Check for updates later, or download the zip again and unzip over the old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Move Pips to another PC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Copy the whole folder - config.json and data\ keep your settings and history.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Uninstall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Quit (right-click → Quit), disable Autostart, delete the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What's new in 2.1.1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8B1A1A"/>
                </a:solidFill>
                <a:latin typeface="Segoe UI"/>
              </a:rPr>
              <a:t>Owner info  ·  2026-10-28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About Pips now shows the owner: Juwen Lie (right-click the pet → Help → About)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2103120"/>
            <a:ext cx="4114800" cy="402336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21945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4CB86B"/>
                </a:solidFill>
                <a:latin typeface="Segoe UI"/>
              </a:rPr>
              <a:t>Bahasa Indonesia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560320"/>
            <a:ext cx="374903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Tentang Pips sekarang menampilkan pemilik: Juwen Lie (klik kanan peliharaan → Bantuan → Tentang)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Version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463040"/>
                <a:gridCol w="85039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Version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Date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Highlights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Owner info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About Pips now shows the owner: Juwen Lie (right-click the pet → Help → About)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guide &amp; in-app updates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first-run guide: your pet walks you through clicking, dragging, petting and the right-click menu; In-app updates: Pips tells you when a new version is out - update with one click (your settings and data are kept); New Help menu: replay the guide, check for updates, see the version; Option to turn automatic update checks off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2.0.0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pet, 23 animals &amp; 4 languages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 that lives on your desktop and taskbar - drag it, tickle it, pet it; 23 animals in 3 groups: Land walks, Water swims with bubbles, Sky hovers and flaps; Moods (happy, sad, tired, hungry, grumpy...), naps when you're away, wakes up when you're back; Cute chat-bubble reminders: breaks, water, 20-20-20 eye rest, pomodoro done, daily goal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1.5.0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2026-10-24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to Pips + insights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from Productivity Widget to Pips; Dashboard charts: focus timeline, hour heatmap, 7-day score trend, pomodoros per day; AI token usage on the card and dashboard; Daily diary export and weekly / monthly reports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1.0.0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First release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Always-on-top Pomodoro card with progress ring; Rain / thunder / brown-noise / cafe soundscapes; Live app-usage tracking and a daily 1-5 star focus score; Goals, streaks, XP, coach tips and break reminders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2B2A28"/>
                </a:solidFill>
                <a:latin typeface="Georgia"/>
              </a:rPr>
              <a:t>Have fun &amp; stay focused 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Pips is made and owned by Juwen Lie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Download &amp; updates: https://juw12.github.io/projects/pips/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Questions or ideas? Just reply to the Pips email.</a:t>
            </a:r>
          </a:p>
        </p:txBody>
      </p:sp>
      <p:pic>
        <p:nvPicPr>
          <p:cNvPr id="4" name="Picture 3" descr="tour_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515" y="4206240"/>
            <a:ext cx="3260489" cy="21945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Pips 2.1.1 - User Guide</dc:title>
  <dc:subject>Desktop pet + Pomodoro focus widget</dc:subject>
  <dc:creator>Juwen Lie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