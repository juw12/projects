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2.17.0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2.17.0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Find your pet anytime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Pips now has an icon next to the clock: click it to bring your pet back; right-click for the focus timer, Friends &amp; chat or Quit.</a:t>
            </a:r>
          </a:p>
          <a:p>
            <a:pPr>
              <a:spcAft>
                <a:spcPts val="1000"/>
              </a:spcAft>
            </a:pPr>
            <a:r>
              <a:rPr sz="1700" b="1">
                <a:solidFill>
                  <a:srgbClr val="4CB86B"/>
                </a:solidFill>
                <a:latin typeface="Segoe UI"/>
              </a:rPr>
              <a:t>•  </a:t>
            </a:r>
            <a:r>
              <a:rPr sz="1700">
                <a:solidFill>
                  <a:srgbClr val="2B2A28"/>
                </a:solidFill>
                <a:latin typeface="Segoe UI"/>
              </a:rPr>
              <a:t>Press Ctrl+Alt+P anywhere to call your pet - it pops up on the screen you're using, even if it was hidden, asleep or behind a fullscreen app.</a:t>
            </a:r>
          </a:p>
          <a:p>
            <a:pPr>
              <a:spcAft>
                <a:spcPts val="1000"/>
              </a:spcAft>
            </a:pPr>
            <a:r>
              <a:rPr sz="1700" b="1">
                <a:solidFill>
                  <a:srgbClr val="4CB86B"/>
                </a:solidFill>
                <a:latin typeface="Segoe UI"/>
              </a:rPr>
              <a:t>•  </a:t>
            </a:r>
            <a:r>
              <a:rPr sz="1700">
                <a:solidFill>
                  <a:srgbClr val="2B2A28"/>
                </a:solidFill>
                <a:latin typeface="Segoe UI"/>
              </a:rPr>
              <a:t>Opening Pips again from the Start menu or desktop does the same, and your pet walks back by itself if it ever ends up off-screen (e.g. after unplugging a monitor).</a:t>
            </a:r>
          </a:p>
          <a:p>
            <a:pPr>
              <a:spcAft>
                <a:spcPts val="1000"/>
              </a:spcAft>
            </a:pPr>
            <a:r>
              <a:rPr sz="1700" b="1">
                <a:solidFill>
                  <a:srgbClr val="4CB86B"/>
                </a:solidFill>
                <a:latin typeface="Segoe UI"/>
              </a:rPr>
              <a:t>•  </a:t>
            </a:r>
            <a:r>
              <a:rPr sz="1700">
                <a:solidFill>
                  <a:srgbClr val="2B2A28"/>
                </a:solidFill>
                <a:latin typeface="Segoe UI"/>
              </a:rPr>
              <a:t>Hiding your pet now tells you how to bring it back.</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Pips kini punya ikon di dekat jam: klik untuk memanggil pet kembali; klik kanan untuk timer fokus, Teman &amp; chat, atau Keluar.</a:t>
            </a:r>
          </a:p>
          <a:p>
            <a:pPr>
              <a:spcAft>
                <a:spcPts val="500"/>
              </a:spcAft>
            </a:pPr>
            <a:r>
              <a:rPr sz="1200" b="1">
                <a:solidFill>
                  <a:srgbClr val="4CB86B"/>
                </a:solidFill>
                <a:latin typeface="Segoe UI"/>
              </a:rPr>
              <a:t>•  </a:t>
            </a:r>
            <a:r>
              <a:rPr sz="1200">
                <a:solidFill>
                  <a:srgbClr val="2B2A28"/>
                </a:solidFill>
                <a:latin typeface="Segoe UI"/>
              </a:rPr>
              <a:t>Tekan Ctrl+Alt+P di mana saja untuk memanggil pet - ia muncul di layar yang sedang kamu pakai, bahkan saat tersembunyi, tidur, atau tertutup aplikasi layar penuh.</a:t>
            </a:r>
          </a:p>
          <a:p>
            <a:pPr>
              <a:spcAft>
                <a:spcPts val="500"/>
              </a:spcAft>
            </a:pPr>
            <a:r>
              <a:rPr sz="1200" b="1">
                <a:solidFill>
                  <a:srgbClr val="4CB86B"/>
                </a:solidFill>
                <a:latin typeface="Segoe UI"/>
              </a:rPr>
              <a:t>•  </a:t>
            </a:r>
            <a:r>
              <a:rPr sz="1200">
                <a:solidFill>
                  <a:srgbClr val="2B2A28"/>
                </a:solidFill>
                <a:latin typeface="Segoe UI"/>
              </a:rPr>
              <a:t>Membuka Pips lagi dari menu Start atau desktop juga memanggilnya, dan pet akan kembali sendiri jika sampai keluar layar (misalnya setelah monitor dicabut).</a:t>
            </a:r>
          </a:p>
          <a:p>
            <a:pPr>
              <a:spcAft>
                <a:spcPts val="500"/>
              </a:spcAft>
            </a:pPr>
            <a:r>
              <a:rPr sz="1200" b="1">
                <a:solidFill>
                  <a:srgbClr val="4CB86B"/>
                </a:solidFill>
                <a:latin typeface="Segoe UI"/>
              </a:rPr>
              <a:t>•  </a:t>
            </a:r>
            <a:r>
              <a:rPr sz="1200">
                <a:solidFill>
                  <a:srgbClr val="2B2A28"/>
                </a:solidFill>
                <a:latin typeface="Segoe UI"/>
              </a:rPr>
              <a:t>Saat menyembunyikan pet, Pips kini memberi tahu cara memanggilnya kembali.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342692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2.17.0 -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