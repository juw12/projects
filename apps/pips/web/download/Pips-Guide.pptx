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desktop pet + Pomodoro focus buddy for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2.3.0  ·  2026-10-28  ·  Owner: Juwen Lie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card: a 25-minute Pomodoro timer with relaxing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/ closes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with the Pomodoro 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levels &amp; achievements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20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right-click the pet → Friends &amp; achievements…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Turn on Friends and get a 6-letter friend code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Add colleagues by their code - see today's board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Join a team board with a team code, e.g. PTB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Your pet tells you when a friend finishes a pomodoro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Shared: name, pet, level, streak, pomodoro counts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card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pet. Or restart Pips from the shortcut.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2.3.0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Friends, levels &amp; achievements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Levels &amp; XP: every finished pomodoro earns XP and your level grows - plus 20 achievements to unlock (first tomato, 8 in a day, 7-day streak, early bird, night owl, pet lover...). Your pet celebrates each one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Friends (optional, off by default): get a 6-letter friend code, add colleagues, see today's board and join a team board like PTB. Your pet tells you when a friend finishes a pomodoro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Privacy: only your name, pet, level, streak and pomodoro counts are shared - never apps, window titles or scores. One click turns it off and deletes your online data. Right-click the pet → Friends &amp; achievements…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Level &amp; XP: setiap pomodoro selesai memberi XP dan levelmu naik - plus 20 pencapaian (tomat pertama, 8 sehari, streak 7 hari, burung pagi, burung hantu, pecinta hewan...). Peliharaanmu ikut merayakan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Teman (opsional, mati secara default): dapatkan kode teman 6 huruf, tambahkan rekan, lihat papan hari ini dan gabung papan tim seperti PTB. Peliharaanmu memberi tahu saat teman menyelesaikan pomodoro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Privasi: hanya nama, peliharaan, level, streak dan jumlah pomodoro yang dibagikan - tidak pernah aplikasi, judul jendela atau skor. Satu klik untuk mematikan dan menghapus data online-mu. Klik kanan peliharaan → Teman &amp; pencapaian…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6967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2.3.0 -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