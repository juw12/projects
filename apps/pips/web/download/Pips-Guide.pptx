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2.18.0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5720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5720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5720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5720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5720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57200">
                <a:tc>
                  <a:txBody>
                    <a:bodyPr wrap="square"/>
                    <a:lstStyle/>
                    <a:p>
                      <a:r>
                        <a:rPr sz="1200" b="1">
                          <a:solidFill>
                            <a:srgbClr val="2B2A28"/>
                          </a:solidFill>
                          <a:latin typeface="Segoe UI"/>
                        </a:rPr>
                        <a:t>The focus card is gone</a:t>
                      </a:r>
                    </a:p>
                  </a:txBody>
                  <a:tcPr marL="73152" marR="73152" marT="36576" marB="36576">
                    <a:solidFill>
                      <a:srgbClr val="F7F4EC"/>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7F4EC"/>
                    </a:solidFill>
                  </a:tcPr>
                </a:tc>
              </a:tr>
              <a:tr h="457200">
                <a:tc>
                  <a:txBody>
                    <a:bodyPr wrap="square"/>
                    <a:lstStyle/>
                    <a:p>
                      <a:r>
                        <a:rPr sz="1200" b="1">
                          <a:solidFill>
                            <a:srgbClr val="2B2A28"/>
                          </a:solidFill>
                          <a:latin typeface="Segoe UI"/>
                        </a:rPr>
                        <a:t>Update failed</a:t>
                      </a:r>
                    </a:p>
                  </a:txBody>
                  <a:tcPr marL="73152" marR="73152" marT="36576" marB="36576">
                    <a:solidFill>
                      <a:srgbClr val="FFFDF8"/>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457200">
                <a:tc>
                  <a:txBody>
                    <a:bodyPr wrap="square"/>
                    <a:lstStyle/>
                    <a:p>
                      <a:r>
                        <a:rPr sz="1200" b="1">
                          <a:solidFill>
                            <a:srgbClr val="2B2A28"/>
                          </a:solidFill>
                          <a:latin typeface="Segoe UI"/>
                        </a:rPr>
                        <a:t>Where are my settings?</a:t>
                      </a:r>
                    </a:p>
                  </a:txBody>
                  <a:tcPr marL="73152" marR="73152" marT="36576" marB="36576">
                    <a:solidFill>
                      <a:srgbClr val="F7F4EC"/>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457200">
                <a:tc>
                  <a:txBody>
                    <a:bodyPr wrap="square"/>
                    <a:lstStyle/>
                    <a:p>
                      <a:r>
                        <a:rPr sz="1200" b="1">
                          <a:solidFill>
                            <a:srgbClr val="2B2A28"/>
                          </a:solidFill>
                          <a:latin typeface="Segoe UI"/>
                        </a:rPr>
                        <a:t>Uninstall</a:t>
                      </a:r>
                    </a:p>
                  </a:txBody>
                  <a:tcPr marL="73152" marR="73152" marT="36576" marB="36576">
                    <a:solidFill>
                      <a:srgbClr val="FFFDF8"/>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2.18.0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Raise your pet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a:t>
            </a:r>
          </a:p>
          <a:p>
            <a:pPr>
              <a:spcAft>
                <a:spcPts val="1000"/>
              </a:spcAft>
            </a:pPr>
            <a:r>
              <a:rPr sz="1700" b="1">
                <a:solidFill>
                  <a:srgbClr val="4CB86B"/>
                </a:solidFill>
                <a:latin typeface="Segoe UI"/>
              </a:rPr>
              <a:t>•  </a:t>
            </a:r>
            <a:r>
              <a:rPr sz="1700">
                <a:solidFill>
                  <a:srgbClr val="2B2A28"/>
                </a:solidFill>
                <a:latin typeface="Segoe UI"/>
              </a:rPr>
              <a:t>Pets grow up now: baby → child → teen → grown-up. Focus sessions, opening Pips each day, games and cuddles help them grow - no care mistakes, no bad endings. Already have a grown-up pet? It will ask whether you'd like to raise it again from a baby (coins, items and stats stay).</a:t>
            </a:r>
          </a:p>
          <a:p>
            <a:pPr>
              <a:spcAft>
                <a:spcPts val="1000"/>
              </a:spcAft>
            </a:pPr>
            <a:r>
              <a:rPr sz="1700" b="1">
                <a:solidFill>
                  <a:srgbClr val="4CB86B"/>
                </a:solidFill>
                <a:latin typeface="Segoe UI"/>
              </a:rPr>
              <a:t>•  </a:t>
            </a:r>
            <a:r>
              <a:rPr sz="1700">
                <a:solidFill>
                  <a:srgbClr val="2B2A28"/>
                </a:solidFill>
                <a:latin typeface="Segoe UI"/>
              </a:rPr>
              <a:t>Sick days: work 2.5 hours without a 5-minute break and your pet catches a little cold (sneezes, thermometer, slow steps). A short break cures it - or give medicine from the menu. You can turn this off in Settings.</a:t>
            </a:r>
          </a:p>
          <a:p>
            <a:pPr>
              <a:spcAft>
                <a:spcPts val="1000"/>
              </a:spcAft>
            </a:pPr>
            <a:r>
              <a:rPr sz="1700" b="1">
                <a:solidFill>
                  <a:srgbClr val="4CB86B"/>
                </a:solidFill>
                <a:latin typeface="Segoe UI"/>
              </a:rPr>
              <a:t>•  </a:t>
            </a:r>
            <a:r>
              <a:rPr sz="1700">
                <a:solidFill>
                  <a:srgbClr val="2B2A28"/>
                </a:solidFill>
                <a:latin typeface="Segoe UI"/>
              </a:rPr>
              <a:t>New mini-game Left or Right? (pet menu → Play): guess which way your pet will look - 3 out of 5 wins, with coins for your first wins each day.</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Jantan atau betina? Pilih jenis kelamin pet di Pengaturan: jantan punya jambul rambut kecil, betina pita pink dan bulu mata, dan ♂ / ♀ muncul di samping namanya. Kamu juga bisa menambahkan jenis kelaminmu di profil - teman melihat ♂ / ♀ kecil di samping namamu.</a:t>
            </a:r>
          </a:p>
          <a:p>
            <a:pPr>
              <a:spcAft>
                <a:spcPts val="500"/>
              </a:spcAft>
            </a:pPr>
            <a:r>
              <a:rPr sz="1200" b="1">
                <a:solidFill>
                  <a:srgbClr val="4CB86B"/>
                </a:solidFill>
                <a:latin typeface="Segoe UI"/>
              </a:rPr>
              <a:t>•  </a:t>
            </a:r>
            <a:r>
              <a:rPr sz="1200">
                <a:solidFill>
                  <a:srgbClr val="2B2A28"/>
                </a:solidFill>
                <a:latin typeface="Segoe UI"/>
              </a:rPr>
              <a:t>Pet kini bisa tumbuh: bayi → anak → remaja → dewasa. Sesi fokus, membuka Pips setiap hari, permainan, dan pelukan membantunya tumbuh - tanpa kesalahan perawatan, tanpa akhir yang buruk. Pet-mu sudah dewasa? Ia akan bertanya apakah kamu mau membesarkannya lagi dari bayi (koin, item, dan statistik tetap).</a:t>
            </a:r>
          </a:p>
          <a:p>
            <a:pPr>
              <a:spcAft>
                <a:spcPts val="500"/>
              </a:spcAft>
            </a:pPr>
            <a:r>
              <a:rPr sz="1200" b="1">
                <a:solidFill>
                  <a:srgbClr val="4CB86B"/>
                </a:solidFill>
                <a:latin typeface="Segoe UI"/>
              </a:rPr>
              <a:t>•  </a:t>
            </a:r>
            <a:r>
              <a:rPr sz="1200">
                <a:solidFill>
                  <a:srgbClr val="2B2A28"/>
                </a:solidFill>
                <a:latin typeface="Segoe UI"/>
              </a:rPr>
              <a:t>Hari sakit: bekerja 2,5 jam tanpa istirahat 5 menit dan pet-mu masuk angin (bersin, termometer, langkah pelan). Istirahat sebentar menyembuhkannya - atau beri obat dari menu. Bisa dimatikan di Pengaturan.</a:t>
            </a:r>
          </a:p>
          <a:p>
            <a:pPr>
              <a:spcAft>
                <a:spcPts val="500"/>
              </a:spcAft>
            </a:pPr>
            <a:r>
              <a:rPr sz="1200" b="1">
                <a:solidFill>
                  <a:srgbClr val="4CB86B"/>
                </a:solidFill>
                <a:latin typeface="Segoe UI"/>
              </a:rPr>
              <a:t>•  </a:t>
            </a:r>
            <a:r>
              <a:rPr sz="1200">
                <a:solidFill>
                  <a:srgbClr val="2B2A28"/>
                </a:solidFill>
                <a:latin typeface="Segoe UI"/>
              </a:rPr>
              <a:t>Mini-game baru Kiri atau Kanan? (menu pet → Main): tebak ke mana pet-mu akan menoleh - 3 dari 5 menang, dengan koin untuk kemenangan pertama setiap hari.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424988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2.18.0 -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