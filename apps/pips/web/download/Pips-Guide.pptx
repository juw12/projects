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2.14.1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2.14.1</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One pet at a time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Opening Pips again (Desktop / Start Menu shortcut, autostart) no longer starts a second pet - your pet just pops up and says hi.</a:t>
            </a:r>
          </a:p>
          <a:p>
            <a:pPr>
              <a:spcAft>
                <a:spcPts val="1000"/>
              </a:spcAft>
            </a:pPr>
            <a:r>
              <a:rPr sz="1700" b="1">
                <a:solidFill>
                  <a:srgbClr val="4CB86B"/>
                </a:solidFill>
                <a:latin typeface="Segoe UI"/>
              </a:rPr>
              <a:t>•  </a:t>
            </a:r>
            <a:r>
              <a:rPr sz="1700">
                <a:solidFill>
                  <a:srgbClr val="2B2A28"/>
                </a:solidFill>
                <a:latin typeface="Segoe UI"/>
              </a:rPr>
              <a:t>Fixes lag caused by two copies of Pips running at once.</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Membuka Pips lagi (pintasan Desktop / Start Menu, autostart) tidak lagi memunculkan pet kedua - pet-mu cukup muncul dan menyapa.</a:t>
            </a:r>
          </a:p>
          <a:p>
            <a:pPr>
              <a:spcAft>
                <a:spcPts val="500"/>
              </a:spcAft>
            </a:pPr>
            <a:r>
              <a:rPr sz="1200" b="1">
                <a:solidFill>
                  <a:srgbClr val="4CB86B"/>
                </a:solidFill>
                <a:latin typeface="Segoe UI"/>
              </a:rPr>
              <a:t>•  </a:t>
            </a:r>
            <a:r>
              <a:rPr sz="1200">
                <a:solidFill>
                  <a:srgbClr val="2B2A28"/>
                </a:solidFill>
                <a:latin typeface="Segoe UI"/>
              </a:rPr>
              <a:t>Memperbaiki lag karena dua salinan Pips berjalan bersamaan.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1931212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2.14.1 -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