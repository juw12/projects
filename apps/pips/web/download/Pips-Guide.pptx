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desktop pet + Pomodoro focus buddy for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2.1.2  ·  2026-10-28  ·  Owner: Juwen Lie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card: a 25-minute Pomodoro timer with relaxing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/ closes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with the Pomodoro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card · tickle (double-click opens) · only tickle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pet. Or restart Pips from the shortcut.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2.1.2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Tickle-only mode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New click option "Only tickle (never open Pips)": click and tickle your pet as much as you like - the Pomodoro window stays closed (open it from the right-click menu). Right-click the pet → When I click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Opsi klik baru "Hanya gelitik (tidak membuka Pips)": klik dan gelitik peliharaanmu sepuasnya - jendela Pomodoro tetap tertutup (buka lewat menu klik kanan). Klik kanan peliharaan → Saat aku diklik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5321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2.1.2 -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