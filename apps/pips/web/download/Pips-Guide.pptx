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2.19.0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2.19.0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Land, sea &amp; sky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a:t>
            </a:r>
          </a:p>
          <a:p>
            <a:pPr>
              <a:spcAft>
                <a:spcPts val="1000"/>
              </a:spcAft>
            </a:pPr>
            <a:r>
              <a:rPr sz="1700" b="1">
                <a:solidFill>
                  <a:srgbClr val="4CB86B"/>
                </a:solidFill>
                <a:latin typeface="Segoe UI"/>
              </a:rPr>
              <a:t>•  </a:t>
            </a:r>
            <a:r>
              <a:rPr sz="1700">
                <a:solidFill>
                  <a:srgbClr val="2B2A28"/>
                </a:solidFill>
                <a:latin typeface="Segoe UI"/>
              </a:rPr>
              <a:t>Water animals swim along the taskbar (their water) and every now and then leap high out of it in a big arc, diving back in with a splash, ripples and spray. Drop one anywhere and it dives back into the water.</a:t>
            </a:r>
          </a:p>
          <a:p>
            <a:pPr>
              <a:spcAft>
                <a:spcPts val="1000"/>
              </a:spcAft>
            </a:pPr>
            <a:r>
              <a:rPr sz="1700" b="1">
                <a:solidFill>
                  <a:srgbClr val="4CB86B"/>
                </a:solidFill>
                <a:latin typeface="Segoe UI"/>
              </a:rPr>
              <a:t>•  </a:t>
            </a:r>
            <a:r>
              <a:rPr sz="1700">
                <a:solidFill>
                  <a:srgbClr val="2B2A28"/>
                </a:solidFill>
                <a:latin typeface="Segoe UI"/>
              </a:rPr>
              <a:t>Flying animals fly anywhere on the screen: they flutter from place to place, hover, come say hi near your mouse, and sometimes perch on the taskbar or a window edge for a rest. Point at one and it waits for you; they glide down to a perch before a nap.</a:t>
            </a:r>
          </a:p>
          <a:p>
            <a:pPr>
              <a:spcAft>
                <a:spcPts val="1000"/>
              </a:spcAft>
            </a:pPr>
            <a:r>
              <a:rPr sz="1700" b="1">
                <a:solidFill>
                  <a:srgbClr val="4CB86B"/>
                </a:solidFill>
                <a:latin typeface="Segoe UI"/>
              </a:rPr>
              <a:t>•  </a:t>
            </a:r>
            <a:r>
              <a:rPr sz="1700">
                <a:solidFill>
                  <a:srgbClr val="2B2A28"/>
                </a:solidFill>
                <a:latin typeface="Segoe UI"/>
              </a:rPr>
              <a:t>New menu moves: Jump onto a window, Splash jump!, Fly around / Rest on the taskbar. "Move around by myself" in Pet settings keeps your pet still if you prefer (the old Gravity option is gone - land animals always fall now).</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Hewan darat sekarang berjalan di taskbar dan di atas jendela yang terbuka: mereka melompat ke tepi jendela, berjalan di atasnya, ikut bergerak saat jendela dipindahkan, dan turun saat jendela ditutup, tertutup, atau dimaksimalkan. Mereka selalu punya gravitasi - lepaskan di udara dan ia mendarat di jendela di bawahnya atau di taskbar.</a:t>
            </a:r>
          </a:p>
          <a:p>
            <a:pPr>
              <a:spcAft>
                <a:spcPts val="500"/>
              </a:spcAft>
            </a:pPr>
            <a:r>
              <a:rPr sz="1200" b="1">
                <a:solidFill>
                  <a:srgbClr val="4CB86B"/>
                </a:solidFill>
                <a:latin typeface="Segoe UI"/>
              </a:rPr>
              <a:t>•  </a:t>
            </a:r>
            <a:r>
              <a:rPr sz="1200">
                <a:solidFill>
                  <a:srgbClr val="2B2A28"/>
                </a:solidFill>
                <a:latin typeface="Segoe UI"/>
              </a:rPr>
              <a:t>Hewan air berenang di taskbar (airnya) dan sesekali melompat tinggi membentuk lengkungan besar, lalu menyelam kembali dengan cipratan, riak, dan percikan. Lepaskan di mana saja dan ia menyelam kembali ke air.</a:t>
            </a:r>
          </a:p>
          <a:p>
            <a:pPr>
              <a:spcAft>
                <a:spcPts val="500"/>
              </a:spcAft>
            </a:pPr>
            <a:r>
              <a:rPr sz="1200" b="1">
                <a:solidFill>
                  <a:srgbClr val="4CB86B"/>
                </a:solidFill>
                <a:latin typeface="Segoe UI"/>
              </a:rPr>
              <a:t>•  </a:t>
            </a:r>
            <a:r>
              <a:rPr sz="1200">
                <a:solidFill>
                  <a:srgbClr val="2B2A28"/>
                </a:solidFill>
                <a:latin typeface="Segoe UI"/>
              </a:rPr>
              <a:t>Hewan terbang bisa terbang ke mana saja di layar: berpindah-pindah, melayang, menyapa di dekat mouse-mu, dan kadang hinggap di taskbar atau tepi jendela untuk istirahat. Arahkan mouse ke atasnya dan ia menunggu; sebelum tidur ia turun ke tempat hinggap.</a:t>
            </a:r>
          </a:p>
          <a:p>
            <a:pPr>
              <a:spcAft>
                <a:spcPts val="500"/>
              </a:spcAft>
            </a:pPr>
            <a:r>
              <a:rPr sz="1200" b="1">
                <a:solidFill>
                  <a:srgbClr val="4CB86B"/>
                </a:solidFill>
                <a:latin typeface="Segoe UI"/>
              </a:rPr>
              <a:t>•  </a:t>
            </a:r>
            <a:r>
              <a:rPr sz="1200">
                <a:solidFill>
                  <a:srgbClr val="2B2A28"/>
                </a:solidFill>
                <a:latin typeface="Segoe UI"/>
              </a:rPr>
              <a:t>Gerakan baru di menu: Lompat ke atas jendela, Lompat cipratan!, Terbang berkeliling / Istirahat di taskbar. "Bergerak sendiri" di Pengaturan pet membuat pet diam jika kamu mau (opsi Gravitasi lama dihapus - hewan darat sekarang selalu jatuh).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507284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2.19.0 -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