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2.13.1  ·  2026-10-28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2.13.1</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One-click Windows installer  ·  2026-10-28</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One Windows installer: no ZIP extraction, Python installation or command line. Download, open and click Install Pips.</a:t>
            </a:r>
          </a:p>
          <a:p>
            <a:pPr>
              <a:spcAft>
                <a:spcPts val="1000"/>
              </a:spcAft>
            </a:pPr>
            <a:r>
              <a:rPr sz="1700" b="1">
                <a:solidFill>
                  <a:srgbClr val="4CB86B"/>
                </a:solidFill>
                <a:latin typeface="Segoe UI"/>
              </a:rPr>
              <a:t>•  </a:t>
            </a:r>
            <a:r>
              <a:rPr sz="1700">
                <a:solidFill>
                  <a:srgbClr val="2B2A28"/>
                </a:solidFill>
                <a:latin typeface="Segoe UI"/>
              </a:rPr>
              <a:t>Installs for your Windows account without administrator access, adds Desktop and Start Menu shortcuts, and opens Pips automatically.</a:t>
            </a:r>
          </a:p>
          <a:p>
            <a:pPr>
              <a:spcAft>
                <a:spcPts val="1000"/>
              </a:spcAft>
            </a:pPr>
            <a:r>
              <a:rPr sz="1700" b="1">
                <a:solidFill>
                  <a:srgbClr val="4CB86B"/>
                </a:solidFill>
                <a:latin typeface="Segoe UI"/>
              </a:rPr>
              <a:t>•  </a:t>
            </a:r>
            <a:r>
              <a:rPr sz="1700">
                <a:solidFill>
                  <a:srgbClr val="2B2A28"/>
                </a:solidFill>
                <a:latin typeface="Segoe UI"/>
              </a:rPr>
              <a:t>Reinstalling in the same location keeps your settings and pet progress. Existing ZIP users can keep updating in place from Help → Check for updates.</a:t>
            </a:r>
          </a:p>
          <a:p>
            <a:pPr>
              <a:spcAft>
                <a:spcPts val="1000"/>
              </a:spcAft>
            </a:pPr>
            <a:r>
              <a:rPr sz="1700" b="1">
                <a:solidFill>
                  <a:srgbClr val="4CB86B"/>
                </a:solidFill>
                <a:latin typeface="Segoe UI"/>
              </a:rPr>
              <a:t>•  </a:t>
            </a:r>
            <a:r>
              <a:rPr sz="1700">
                <a:solidFill>
                  <a:srgbClr val="2B2A28"/>
                </a:solidFill>
                <a:latin typeface="Segoe UI"/>
              </a:rPr>
              <a:t>A simpler download page and updated user guide; the bundled runtime stays separate from small in-app updates.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Satu installer Windows: tanpa ekstrak ZIP, instal Python, atau terminal. Unduh, buka, lalu klik Install Pips.</a:t>
            </a:r>
          </a:p>
          <a:p>
            <a:pPr>
              <a:spcAft>
                <a:spcPts val="500"/>
              </a:spcAft>
            </a:pPr>
            <a:r>
              <a:rPr sz="1200" b="1">
                <a:solidFill>
                  <a:srgbClr val="4CB86B"/>
                </a:solidFill>
                <a:latin typeface="Segoe UI"/>
              </a:rPr>
              <a:t>•  </a:t>
            </a:r>
            <a:r>
              <a:rPr sz="1200">
                <a:solidFill>
                  <a:srgbClr val="2B2A28"/>
                </a:solidFill>
                <a:latin typeface="Segoe UI"/>
              </a:rPr>
              <a:t>Dipasang untuk akun Windows Anda tanpa akses administrator, membuat pintasan Desktop dan Start Menu, lalu membuka Pips otomatis.</a:t>
            </a:r>
          </a:p>
          <a:p>
            <a:pPr>
              <a:spcAft>
                <a:spcPts val="500"/>
              </a:spcAft>
            </a:pPr>
            <a:r>
              <a:rPr sz="1200" b="1">
                <a:solidFill>
                  <a:srgbClr val="4CB86B"/>
                </a:solidFill>
                <a:latin typeface="Segoe UI"/>
              </a:rPr>
              <a:t>•  </a:t>
            </a:r>
            <a:r>
              <a:rPr sz="1200">
                <a:solidFill>
                  <a:srgbClr val="2B2A28"/>
                </a:solidFill>
                <a:latin typeface="Segoe UI"/>
              </a:rPr>
              <a:t>Instal ulang di lokasi yang sama tetap menyimpan pengaturan dan progres pet. Pengguna ZIP tetap dapat memperbarui lewat Bantuan → Periksa pembaruan.</a:t>
            </a:r>
          </a:p>
          <a:p>
            <a:pPr>
              <a:spcAft>
                <a:spcPts val="500"/>
              </a:spcAft>
            </a:pPr>
            <a:r>
              <a:rPr sz="1200" b="1">
                <a:solidFill>
                  <a:srgbClr val="4CB86B"/>
                </a:solidFill>
                <a:latin typeface="Segoe UI"/>
              </a:rPr>
              <a:t>•  </a:t>
            </a:r>
            <a:r>
              <a:rPr sz="1200">
                <a:solidFill>
                  <a:srgbClr val="2B2A28"/>
                </a:solidFill>
                <a:latin typeface="Segoe UI"/>
              </a:rPr>
              <a:t>Halaman unduhan dan panduan kini lebih sederhana; runtime bawaan terpisah dari pembaruan kecil dalam aplikasi.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1766620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2.13.1 -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