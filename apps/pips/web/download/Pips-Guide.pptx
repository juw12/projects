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2.16.0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2.16.0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Pips Community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New Pips Community at the top of the Chat tab: a #general channel to chat with everyone who uses Pips, plus #announcements with news from the Pips team.</a:t>
            </a:r>
          </a:p>
          <a:p>
            <a:pPr>
              <a:spcAft>
                <a:spcPts val="1000"/>
              </a:spcAft>
            </a:pPr>
            <a:r>
              <a:rPr sz="1700" b="1">
                <a:solidFill>
                  <a:srgbClr val="4CB86B"/>
                </a:solidFill>
                <a:latin typeface="Segoe UI"/>
              </a:rPr>
              <a:t>•  </a:t>
            </a:r>
            <a:r>
              <a:rPr sz="1700">
                <a:solidFill>
                  <a:srgbClr val="2B2A28"/>
                </a:solidFill>
                <a:latin typeface="Segoe UI"/>
              </a:rPr>
              <a:t>Every new Pips version is announced there automatically - see what's new and update with one click.</a:t>
            </a:r>
          </a:p>
          <a:p>
            <a:pPr>
              <a:spcAft>
                <a:spcPts val="1000"/>
              </a:spcAft>
            </a:pPr>
            <a:r>
              <a:rPr sz="1700" b="1">
                <a:solidFill>
                  <a:srgbClr val="4CB86B"/>
                </a:solidFill>
                <a:latin typeface="Segoe UI"/>
              </a:rPr>
              <a:t>•  </a:t>
            </a:r>
            <a:r>
              <a:rPr sz="1700">
                <a:solidFill>
                  <a:srgbClr val="2B2A28"/>
                </a:solidFill>
                <a:latin typeface="Segoe UI"/>
              </a:rPr>
              <a:t>Type @name to ping someone in #general. Mute #general any time; owner and moderators can remove messages.</a:t>
            </a:r>
          </a:p>
          <a:p>
            <a:pPr>
              <a:spcAft>
                <a:spcPts val="1000"/>
              </a:spcAft>
            </a:pPr>
            <a:r>
              <a:rPr sz="1700" b="1">
                <a:solidFill>
                  <a:srgbClr val="4CB86B"/>
                </a:solidFill>
                <a:latin typeface="Segoe UI"/>
              </a:rPr>
              <a:t>•  </a:t>
            </a:r>
            <a:r>
              <a:rPr sz="1700">
                <a:solidFill>
                  <a:srgbClr val="2B2A28"/>
                </a:solidFill>
                <a:latin typeface="Segoe UI"/>
              </a:rPr>
              <a:t>Open it from your pet's menu too (Pips Community). Fixed: chats no longer clear what you're typing when Pips refreshes in the background.</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Komunitas Pips baru di bagian atas tab Chat: kanal #umum untuk ngobrol dengan semua pengguna Pips, plus #pengumuman berisi kabar dari tim Pips.</a:t>
            </a:r>
          </a:p>
          <a:p>
            <a:pPr>
              <a:spcAft>
                <a:spcPts val="500"/>
              </a:spcAft>
            </a:pPr>
            <a:r>
              <a:rPr sz="1200" b="1">
                <a:solidFill>
                  <a:srgbClr val="4CB86B"/>
                </a:solidFill>
                <a:latin typeface="Segoe UI"/>
              </a:rPr>
              <a:t>•  </a:t>
            </a:r>
            <a:r>
              <a:rPr sz="1200">
                <a:solidFill>
                  <a:srgbClr val="2B2A28"/>
                </a:solidFill>
                <a:latin typeface="Segoe UI"/>
              </a:rPr>
              <a:t>Setiap versi Pips baru diumumkan di sana secara otomatis - lihat yang baru dan update dengan sekali klik.</a:t>
            </a:r>
          </a:p>
          <a:p>
            <a:pPr>
              <a:spcAft>
                <a:spcPts val="500"/>
              </a:spcAft>
            </a:pPr>
            <a:r>
              <a:rPr sz="1200" b="1">
                <a:solidFill>
                  <a:srgbClr val="4CB86B"/>
                </a:solidFill>
                <a:latin typeface="Segoe UI"/>
              </a:rPr>
              <a:t>•  </a:t>
            </a:r>
            <a:r>
              <a:rPr sz="1200">
                <a:solidFill>
                  <a:srgbClr val="2B2A28"/>
                </a:solidFill>
                <a:latin typeface="Segoe UI"/>
              </a:rPr>
              <a:t>Ketik @nama untuk memanggil seseorang di #umum. Bisukan #umum kapan saja; pemilik dan moderator bisa menghapus pesan.</a:t>
            </a:r>
          </a:p>
          <a:p>
            <a:pPr>
              <a:spcAft>
                <a:spcPts val="500"/>
              </a:spcAft>
            </a:pPr>
            <a:r>
              <a:rPr sz="1200" b="1">
                <a:solidFill>
                  <a:srgbClr val="4CB86B"/>
                </a:solidFill>
                <a:latin typeface="Segoe UI"/>
              </a:rPr>
              <a:t>•  </a:t>
            </a:r>
            <a:r>
              <a:rPr sz="1200">
                <a:solidFill>
                  <a:srgbClr val="2B2A28"/>
                </a:solidFill>
                <a:latin typeface="Segoe UI"/>
              </a:rPr>
              <a:t>Bisa juga dibuka dari menu pet (Komunitas Pips). Diperbaiki: chat tidak lagi menghapus ketikanmu saat Pips memperbarui di latar belakang.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260396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2.16.0 -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