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desktop pet + Pomodoro focus buddy for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2.2.0  ·  2026-10-28  ·  Owner: Juwen Lie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card: a 25-minute Pomodoro timer with relaxing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/ closes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with the Pomodoro 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card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pet. Or restart Pips from the shortcut.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Pet sounds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Your pet has a voice! Each of the 23 animals has its own sound (meow, woof, ribbit, hoot, buzz, oink, whale song...) and it changes with its mood: happy chirps, sad whimpers, sleepy yawns, hungry calls, grumpy huffs and soft snores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It also reacts with sound when you tickle, pet, feed, shake or wake it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Settings: right-click the pet → Sounds to switch on/off; Pet status &amp; settings has a volume slider, a ▶ Hear me button and "Stay quiet while I'm focusing" (on by default)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Peliharaanmu sekarang bisa bersuara! Ke-23 hewan punya suara sendiri (meong, guk, kwek-kwek katak, hu-hu burung hantu, dengung lebah, oink, nyanyian paus...) dan berubah sesuai mood: ceria, sedih, menguap, lapar, ngambek, dan dengkur pelan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Juga bersuara saat kamu gelitik, elus, beri makan, guncang, atau bangunkan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Pengaturan: klik kanan peliharaan → Suara untuk nyala/mati; Status &amp; pengaturan punya slider volume, tombol ▶ Dengar, dan "Diam saat aku sedang fokus" (aktif secara default)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6144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2.2.0 -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