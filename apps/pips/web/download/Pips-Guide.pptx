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2.10.0  ·  2026-10-28  ·  Made by Juwen Lie (owner)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Contact: Juwen_Lie@pegatroncorp.com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profiles, ranks &amp; badges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Ranks: everyone on Pips by XP, badges or streak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Profile: photo, bio, info, status (online / busy / away) - public or private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Label friends: Bro, Bestie, Partner, Soulmate...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Dark mode (also: right-click the pet → Dark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2.10.0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Chat bots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🤖 6 friendly chat bots in the Chat tab: Pip Helper (app questions), Coach Focus (focus tips from your real stats), Sunny (live weather for any city), Arena Master (battle tips + quick battle), Giggles (jokes &amp; games) and Guardian (safety &amp; reporting help)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Private bot chats with suggestion chips, typing indicator and a clear button - your bot chats stay on your PC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Mention a bot in a group chat (e.g. @weather Batam) and it answers in the room for everyone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Bots reply in your app language; up to 120 bot messages per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🤖 6 bot obrolan di tab Chat: Pip Helper (pertanyaan aplikasi), Coach Focus (tips fokus dari statistikmu), Sunny (cuaca langsung kota mana pun), Arena Master (tips bertarung + quick battle), Giggles (lelucon &amp; permainan) dan Guardian (bantuan keamanan &amp; laporan)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Chat pribadi dengan bot lengkap dengan saran pertanyaan, indikator mengetik dan tombol hapus - chat bot tersimpan di PC-mu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Sebut bot di grup (mis. @weather Batam) dan bot akan menjawab di grup untuk semua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Bot menjawab dalam bahasa aplikasimu; maksimal 120 pesan bot per hari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1437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 bots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🤖 6 friendly chat bots in the Chat tab: Pip Helper (app questions), Coach Focus (focus tips from your real stats), Sunny (live weather for any city), Arena Master (battle tips + quick battle), Giggles (jokes &amp; games) and Guardian (safety &amp; reporting help); Private bot chats with suggestion chips, typing indicator and a clear button - your bot chats stay on your PC; Mention a bot in a group chat (e.g. @weather Batam) and it answers in the room for everyone; Bots reply in your app language; up to 120 bot messages per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2.9.0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Location &amp; live weather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📍 Add your city in Profile → Location &amp; weather (auto-detect or search) - only your city and country are shown, never your exact position; Live weather banners on every profile with animations: rain, drizzle, thunderstorms with lightning, snow, fog, clouds, sunshine or a starry night - plus temperature, feels-like, humidity, wind and local time; Your own weather strip on top of the hub, and each friend's weather + local time in the friends list; Hide your location from others or remove it any time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2.8.0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Pips Arena - duels, gear &amp; live battles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⚔ New Arena tab: challenge friends or anyone in the arena to a live duel - each round pick Attack, Guard or Special within 12 seconds and watch your pets fight; ⚡ Quick battle: an instant auto-fight against anyone's fighter, even when they're offline; Arena gear in the Shop: 7 weapons (water pistol to rocket launcher), 5 armors and 5 gadgets that decide your special move - better gear and a higher level make a stronger fighter; Live duels can be watched by everyone, plus recent battle replays, top fighters, rating and win/loss records; wins earn coins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2.7.0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Moderators &amp; Premium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★ Premium: a purple Premium badge, 4 exclusive props (tiara, star glasses, diamond necklace, fairy wings), the Fireworks move, +30 coins every day, double friend-interaction coins and room for 300 friends / 30 groups; Get Premium: Profile tab → Premium → "Ask to buy" emails the owner; after payment you receive a key (PIPS-XXXX-XXXX) to redeem right there; 🛡 Moderators: a blue Mod badge and a Mod tab with the report queue - warn, mute (1h / 24h / 7 days), clear a profile or reset a name; every action is logged; Report button on everyone's profile, so moderators can keep Pips friendly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badge &amp; credits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The creator of Pips (Juwen Lie) now shows a gold ♛ Owner badge on his profile, friend list and ranks; New About Pips card in the Profile tab: credits and how to contact the owner (Juwen_Lie@pegatroncorp.com) with Email and Copy buttons; Right-click the pet → Help → About now shows who made Pips and the contact email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Profiles, ranks, online status &amp; dark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 tab: profile picture (or your pet), about me, job, location, hobbies, birthday and a status message; Public or private: public profiles can be added directly and viewed in full; private profiles need a friend request that they accept, and strangers only see name, photo, pet, level and status; Click anyone to open their profile - badges, info, their friends - and add them, chat or wave from there; Ranks tab replaces Teams: everyone using Pips, sorted by XP, badges or streak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2.10.0 -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