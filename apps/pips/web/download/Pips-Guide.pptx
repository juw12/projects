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2.25.0  ·  2026-10-30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2.25.0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Play with friends  ·  2026-10-30</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All 5 minigames can now be played with friends: Hub → Play → Minigames → ＋ New game with friends, pick a game and up to 7 friends (8 players in total).</a:t>
            </a:r>
          </a:p>
          <a:p>
            <a:pPr>
              <a:spcAft>
                <a:spcPts val="1000"/>
              </a:spcAft>
            </a:pPr>
            <a:r>
              <a:rPr sz="1700" b="1">
                <a:solidFill>
                  <a:srgbClr val="4CB86B"/>
                </a:solidFill>
                <a:latin typeface="Segoe UI"/>
              </a:rPr>
              <a:t>•  </a:t>
            </a:r>
            <a:r>
              <a:rPr sz="1700">
                <a:solidFill>
                  <a:srgbClr val="2B2A28"/>
                </a:solidFill>
                <a:latin typeface="Segoe UI"/>
              </a:rPr>
              <a:t>Everyone gets the same round at the same time (same treats, bugs, cards, pattern and obstacles) after a 3-2-1 countdown, and a live scoreboard shows how your friends are doing. Best score wins the round.</a:t>
            </a:r>
          </a:p>
          <a:p>
            <a:pPr>
              <a:spcAft>
                <a:spcPts val="1000"/>
              </a:spcAft>
            </a:pPr>
            <a:r>
              <a:rPr sz="1700" b="1">
                <a:solidFill>
                  <a:srgbClr val="4CB86B"/>
                </a:solidFill>
                <a:latin typeface="Segoe UI"/>
              </a:rPr>
              <a:t>•  </a:t>
            </a:r>
            <a:r>
              <a:rPr sz="1700">
                <a:solidFill>
                  <a:srgbClr val="2B2A28"/>
                </a:solidFill>
                <a:latin typeface="Segoe UI"/>
              </a:rPr>
              <a:t>Friends get the invite from their pet (Join / Later) or in the Minigames page. The host can start the next round or switch game in the same room; round wins are counted with a 👑.</a:t>
            </a:r>
          </a:p>
          <a:p>
            <a:pPr>
              <a:spcAft>
                <a:spcPts val="1000"/>
              </a:spcAft>
            </a:pPr>
            <a:r>
              <a:rPr sz="1700" b="1">
                <a:solidFill>
                  <a:srgbClr val="4CB86B"/>
                </a:solidFill>
                <a:latin typeface="Segoe UI"/>
              </a:rPr>
              <a:t>•  </a:t>
            </a:r>
            <a:r>
              <a:rPr sz="1700">
                <a:solidFill>
                  <a:srgbClr val="2B2A28"/>
                </a:solidFill>
                <a:latin typeface="Segoe UI"/>
              </a:rPr>
              <a:t>While you play a minigame your pet leaves the desktop and jumps into the game window - it plays, watches and cheers (or pouts) inside the game, and walks back onto the desktop when you close it.</a:t>
            </a:r>
          </a:p>
          <a:p>
            <a:pPr>
              <a:spcAft>
                <a:spcPts val="1000"/>
              </a:spcAft>
            </a:pPr>
            <a:r>
              <a:rPr sz="1700" b="1">
                <a:solidFill>
                  <a:srgbClr val="4CB86B"/>
                </a:solidFill>
                <a:latin typeface="Segoe UI"/>
              </a:rPr>
              <a:t>•  </a:t>
            </a:r>
            <a:r>
              <a:rPr sz="1700">
                <a:solidFill>
                  <a:srgbClr val="2B2A28"/>
                </a:solidFill>
                <a:latin typeface="Segoe UI"/>
              </a:rPr>
              <a:t>Pet Duel is now one of the games inside Minigames - the separate Arena tab is gone (challenges still show as a badge on Play → Minigames).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Kelima minigame kini bisa dimainkan bersama teman: Hub → Main → Minigame → ＋ Main baru bersama teman, pilih permainan dan hingga 7 teman (total 8 pemain).</a:t>
            </a:r>
          </a:p>
          <a:p>
            <a:pPr>
              <a:spcAft>
                <a:spcPts val="500"/>
              </a:spcAft>
            </a:pPr>
            <a:r>
              <a:rPr sz="1200" b="1">
                <a:solidFill>
                  <a:srgbClr val="4CB86B"/>
                </a:solidFill>
                <a:latin typeface="Segoe UI"/>
              </a:rPr>
              <a:t>•  </a:t>
            </a:r>
            <a:r>
              <a:rPr sz="1200">
                <a:solidFill>
                  <a:srgbClr val="2B2A28"/>
                </a:solidFill>
                <a:latin typeface="Segoe UI"/>
              </a:rPr>
              <a:t>Semua mendapat ronde yang sama di waktu yang sama (camilan, serangga, kartu, pola, dan rintangan yang sama) setelah hitungan 3-2-1, dan papan skor langsung menunjukkan skor teman-temanmu. Skor terbaik memenangkan ronde.</a:t>
            </a:r>
          </a:p>
          <a:p>
            <a:pPr>
              <a:spcAft>
                <a:spcPts val="500"/>
              </a:spcAft>
            </a:pPr>
            <a:r>
              <a:rPr sz="1200" b="1">
                <a:solidFill>
                  <a:srgbClr val="4CB86B"/>
                </a:solidFill>
                <a:latin typeface="Segoe UI"/>
              </a:rPr>
              <a:t>•  </a:t>
            </a:r>
            <a:r>
              <a:rPr sz="1200">
                <a:solidFill>
                  <a:srgbClr val="2B2A28"/>
                </a:solidFill>
                <a:latin typeface="Segoe UI"/>
              </a:rPr>
              <a:t>Teman mendapat undangan dari pet-nya (Gabung / Nanti) atau di halaman Minigame. Tuan rumah bisa memulai ronde berikutnya atau ganti permainan di ruang yang sama; kemenangan ronde dihitung dengan 👑.</a:t>
            </a:r>
          </a:p>
          <a:p>
            <a:pPr>
              <a:spcAft>
                <a:spcPts val="500"/>
              </a:spcAft>
            </a:pPr>
            <a:r>
              <a:rPr sz="1200" b="1">
                <a:solidFill>
                  <a:srgbClr val="4CB86B"/>
                </a:solidFill>
                <a:latin typeface="Segoe UI"/>
              </a:rPr>
              <a:t>•  </a:t>
            </a:r>
            <a:r>
              <a:rPr sz="1200">
                <a:solidFill>
                  <a:srgbClr val="2B2A28"/>
                </a:solidFill>
                <a:latin typeface="Segoe UI"/>
              </a:rPr>
              <a:t>Saat kamu main minigame, pet-mu meninggalkan desktop dan masuk ke jendela permainan - ia bermain, menonton dan bersorak (atau cemberut) di dalam game, lalu kembali ke desktop saat jendela ditutup.</a:t>
            </a:r>
          </a:p>
          <a:p>
            <a:pPr>
              <a:spcAft>
                <a:spcPts val="500"/>
              </a:spcAft>
            </a:pPr>
            <a:r>
              <a:rPr sz="1200" b="1">
                <a:solidFill>
                  <a:srgbClr val="4CB86B"/>
                </a:solidFill>
                <a:latin typeface="Segoe UI"/>
              </a:rPr>
              <a:t>•  </a:t>
            </a:r>
            <a:r>
              <a:rPr sz="1200">
                <a:solidFill>
                  <a:srgbClr val="2B2A28"/>
                </a:solidFill>
                <a:latin typeface="Segoe UI"/>
              </a:rPr>
              <a:t>Duel Pet kini menjadi salah satu permainan di Minigame - tab Arena terpisah sudah dihapus (tantangan tetap muncul sebagai lencana di Main → Minigame).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165652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2.25.0</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FFDF8"/>
                    </a:solidFill>
                  </a:tcPr>
                </a:tc>
              </a:tr>
              <a:tr h="822960">
                <a:tc>
                  <a:txBody>
                    <a:bodyPr wrap="square"/>
                    <a:lstStyle/>
                    <a:p>
                      <a:r>
                        <a:rPr sz="1200" b="1">
                          <a:solidFill>
                            <a:srgbClr val="2B2A28"/>
                          </a:solidFill>
                          <a:latin typeface="Segoe UI"/>
                        </a:rPr>
                        <a:t>2.24.2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7F4EC"/>
                    </a:solidFill>
                  </a:tcPr>
                </a:tc>
              </a:tr>
              <a:tr h="822960">
                <a:tc>
                  <a:txBody>
                    <a:bodyPr wrap="square"/>
                    <a:lstStyle/>
                    <a:p>
                      <a:r>
                        <a:rPr sz="1200" b="1">
                          <a:solidFill>
                            <a:srgbClr val="2B2A28"/>
                          </a:solidFill>
                          <a:latin typeface="Segoe UI"/>
                        </a:rPr>
                        <a:t>2.24.1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FFDF8"/>
                    </a:solidFill>
                  </a:tcPr>
                </a:tc>
              </a:tr>
              <a:tr h="822960">
                <a:tc>
                  <a:txBody>
                    <a:bodyPr wrap="square"/>
                    <a:lstStyle/>
                    <a:p>
                      <a:r>
                        <a:rPr sz="1200" b="1">
                          <a:solidFill>
                            <a:srgbClr val="2B2A28"/>
                          </a:solidFill>
                          <a:latin typeface="Segoe UI"/>
                        </a:rPr>
                        <a:t>2.24.0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7F4EC"/>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2.25.0 -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