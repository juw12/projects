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2.13.0  ·  2026-10-28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Get Pips-Windows.zip from</a:t>
            </a:r>
          </a:p>
          <a:p>
            <a:pPr algn="l"/>
            <a:r>
              <a:rPr sz="1400" b="0">
                <a:solidFill>
                  <a:srgbClr val="2B2A28"/>
                </a:solidFill>
                <a:latin typeface="Segoe UI"/>
              </a:rPr>
              <a:t>https://juw12.github.io/projects/pips/download/Pips-Windows.zip</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Unzip</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Right-click the zip → Extract All…</a:t>
            </a:r>
          </a:p>
          <a:p>
            <a:pPr algn="l"/>
            <a:r>
              <a:rPr sz="1400" b="0">
                <a:solidFill>
                  <a:srgbClr val="2B2A28"/>
                </a:solidFill>
                <a:latin typeface="Segoe UI"/>
              </a:rPr>
              <a:t>Put the folder somewhere permanent, e.g. Documents\Pips (not inside the 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Start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Double-click  “Start Pips.bat”.</a:t>
            </a:r>
          </a:p>
          <a:p>
            <a:pPr algn="l"/>
            <a:r>
              <a:rPr sz="1400" b="0">
                <a:solidFill>
                  <a:srgbClr val="2B2A28"/>
                </a:solidFill>
                <a:latin typeface="Segoe UI"/>
              </a:rPr>
              <a:t>The first start installs two small helpers (pywin32, Pillow) - takes ~30 s.</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Needs Python 3.10+ </a:t>
            </a:r>
            <a:r>
              <a:rPr sz="1400">
                <a:solidFill>
                  <a:srgbClr val="2B2A28"/>
                </a:solidFill>
                <a:latin typeface="Segoe UI"/>
              </a:rPr>
              <a:t>(free from python.org - tick “Add python.exe to PATH” when installing). Windows 10 or 11.</a:t>
            </a:r>
          </a:p>
          <a:p>
            <a:pPr>
              <a:spcAft>
                <a:spcPts val="400"/>
              </a:spcAft>
            </a:pPr>
            <a:r>
              <a:rPr sz="1400" b="1">
                <a:solidFill>
                  <a:srgbClr val="4CB86B"/>
                </a:solidFill>
                <a:latin typeface="Segoe UI"/>
              </a:rPr>
              <a:t>•  </a:t>
            </a:r>
            <a:r>
              <a:rPr sz="1400" b="1">
                <a:solidFill>
                  <a:srgbClr val="2B2A28"/>
                </a:solidFill>
                <a:latin typeface="Segoe UI"/>
              </a:rPr>
              <a:t>Start with Windows: </a:t>
            </a:r>
            <a:r>
              <a:rPr sz="1400">
                <a:solidFill>
                  <a:srgbClr val="2B2A28"/>
                </a:solidFill>
                <a:latin typeface="Segoe UI"/>
              </a:rPr>
              <a:t>right-click the Pips card → Autostart, or run install_autostart.ps1 (right-click → Run with PowerShell).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Install Python 3 from python.org (tick “Add to PATH”), then run Start Pips.bat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Click More info → Run anyway (the .bat just starts Python).</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Look on the taskbar. Right-click the card → Pet → Show.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Check internet / proxy, try Help → Check for updates later, or download the zip again and unzip over the old folder.</a:t>
                      </a:r>
                    </a:p>
                  </a:txBody>
                  <a:tcPr marL="73152" marR="73152" marT="36576" marB="36576">
                    <a:solidFill>
                      <a:srgbClr val="FFFDF8"/>
                    </a:solidFill>
                  </a:tcPr>
                </a:tc>
              </a:tr>
              <a:tr h="530352">
                <a:tc>
                  <a:txBody>
                    <a:bodyPr wrap="square"/>
                    <a:lstStyle/>
                    <a:p>
                      <a:r>
                        <a:rPr sz="1300" b="1">
                          <a:solidFill>
                            <a:srgbClr val="2B2A28"/>
                          </a:solidFill>
                          <a:latin typeface="Segoe UI"/>
                        </a:rPr>
                        <a:t>Move Pips to another PC</a:t>
                      </a:r>
                    </a:p>
                  </a:txBody>
                  <a:tcPr marL="73152" marR="73152" marT="36576" marB="36576">
                    <a:solidFill>
                      <a:srgbClr val="F7F4EC"/>
                    </a:solidFill>
                  </a:tcPr>
                </a:tc>
                <a:tc>
                  <a:txBody>
                    <a:bodyPr wrap="square"/>
                    <a:lstStyle/>
                    <a:p>
                      <a:r>
                        <a:rPr sz="1300" b="0">
                          <a:solidFill>
                            <a:srgbClr val="2B2A28"/>
                          </a:solidFill>
                          <a:latin typeface="Segoe UI"/>
                        </a:rPr>
                        <a:t>Copy the whole folder - config.json and data\ keep your settings and history.</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(right-click → Quit), disable Autostart, delete the folder.</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2.13.0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Birthdays, parties &amp; gifts  ·  2026-10-28</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Set your birthday in Social → Profile (month + day, optionally visible to friends).</a:t>
            </a:r>
          </a:p>
          <a:p>
            <a:pPr>
              <a:spcAft>
                <a:spcPts val="1000"/>
              </a:spcAft>
            </a:pPr>
            <a:r>
              <a:rPr sz="1700" b="1">
                <a:solidFill>
                  <a:srgbClr val="4CB86B"/>
                </a:solidFill>
                <a:latin typeface="Segoe UI"/>
              </a:rPr>
              <a:t>•  </a:t>
            </a:r>
            <a:r>
              <a:rPr sz="1700">
                <a:solidFill>
                  <a:srgbClr val="2B2A28"/>
                </a:solidFill>
                <a:latin typeface="Segoe UI"/>
              </a:rPr>
              <a:t>On your birthday Pips throws confetti and gives you 100 bonus coins.</a:t>
            </a:r>
          </a:p>
          <a:p>
            <a:pPr>
              <a:spcAft>
                <a:spcPts val="1000"/>
              </a:spcAft>
            </a:pPr>
            <a:r>
              <a:rPr sz="1700" b="1">
                <a:solidFill>
                  <a:srgbClr val="4CB86B"/>
                </a:solidFill>
                <a:latin typeface="Segoe UI"/>
              </a:rPr>
              <a:t>•  </a:t>
            </a:r>
            <a:r>
              <a:rPr sz="1700">
                <a:solidFill>
                  <a:srgbClr val="2B2A28"/>
                </a:solidFill>
                <a:latin typeface="Segoe UI"/>
              </a:rPr>
              <a:t>Friends tab shows upcoming birthdays; you get reminders 3 days, 1 day and on the day.</a:t>
            </a:r>
          </a:p>
          <a:p>
            <a:pPr>
              <a:spcAft>
                <a:spcPts val="1000"/>
              </a:spcAft>
            </a:pPr>
            <a:r>
              <a:rPr sz="1700" b="1">
                <a:solidFill>
                  <a:srgbClr val="4CB86B"/>
                </a:solidFill>
                <a:latin typeface="Segoe UI"/>
              </a:rPr>
              <a:t>•  </a:t>
            </a:r>
            <a:r>
              <a:rPr sz="1700">
                <a:solidFill>
                  <a:srgbClr val="2B2A28"/>
                </a:solidFill>
                <a:latin typeface="Segoe UI"/>
              </a:rPr>
              <a:t>Birthday parties: join a friend's party, see who's there, sign the guestbook and celebrate together.</a:t>
            </a:r>
          </a:p>
          <a:p>
            <a:pPr>
              <a:spcAft>
                <a:spcPts val="1000"/>
              </a:spcAft>
            </a:pPr>
            <a:r>
              <a:rPr sz="1700" b="1">
                <a:solidFill>
                  <a:srgbClr val="4CB86B"/>
                </a:solidFill>
                <a:latin typeface="Segoe UI"/>
              </a:rPr>
              <a:t>•  </a:t>
            </a:r>
            <a:r>
              <a:rPr sz="1700">
                <a:solidFill>
                  <a:srgbClr val="2B2A28"/>
                </a:solidFill>
                <a:latin typeface="Segoe UI"/>
              </a:rPr>
              <a:t>Send gifts: any shop item (previewed on their pet), coins, or both, with a message — paid from your own coins.</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Atur ulang tahunmu di Sosial → Profil (bulan + tanggal, bisa ditampilkan ke teman).</a:t>
            </a:r>
          </a:p>
          <a:p>
            <a:pPr>
              <a:spcAft>
                <a:spcPts val="500"/>
              </a:spcAft>
            </a:pPr>
            <a:r>
              <a:rPr sz="1200" b="1">
                <a:solidFill>
                  <a:srgbClr val="4CB86B"/>
                </a:solidFill>
                <a:latin typeface="Segoe UI"/>
              </a:rPr>
              <a:t>•  </a:t>
            </a:r>
            <a:r>
              <a:rPr sz="1200">
                <a:solidFill>
                  <a:srgbClr val="2B2A28"/>
                </a:solidFill>
                <a:latin typeface="Segoe UI"/>
              </a:rPr>
              <a:t>Di hari ulang tahunmu Pips menebar konfeti dan memberi 100 koin bonus.</a:t>
            </a:r>
          </a:p>
          <a:p>
            <a:pPr>
              <a:spcAft>
                <a:spcPts val="500"/>
              </a:spcAft>
            </a:pPr>
            <a:r>
              <a:rPr sz="1200" b="1">
                <a:solidFill>
                  <a:srgbClr val="4CB86B"/>
                </a:solidFill>
                <a:latin typeface="Segoe UI"/>
              </a:rPr>
              <a:t>•  </a:t>
            </a:r>
            <a:r>
              <a:rPr sz="1200">
                <a:solidFill>
                  <a:srgbClr val="2B2A28"/>
                </a:solidFill>
                <a:latin typeface="Segoe UI"/>
              </a:rPr>
              <a:t>Tab Teman menampilkan ulang tahun terdekat; pengingat 3 hari, 1 hari, dan di hari-H.</a:t>
            </a:r>
          </a:p>
          <a:p>
            <a:pPr>
              <a:spcAft>
                <a:spcPts val="500"/>
              </a:spcAft>
            </a:pPr>
            <a:r>
              <a:rPr sz="1200" b="1">
                <a:solidFill>
                  <a:srgbClr val="4CB86B"/>
                </a:solidFill>
                <a:latin typeface="Segoe UI"/>
              </a:rPr>
              <a:t>•  </a:t>
            </a:r>
            <a:r>
              <a:rPr sz="1200">
                <a:solidFill>
                  <a:srgbClr val="2B2A28"/>
                </a:solidFill>
                <a:latin typeface="Segoe UI"/>
              </a:rPr>
              <a:t>Pesta ulang tahun: datang ke pesta teman, lihat siapa yang hadir, tulis di buku tamu dan rayakan bersama.</a:t>
            </a:r>
          </a:p>
          <a:p>
            <a:pPr>
              <a:spcAft>
                <a:spcPts val="500"/>
              </a:spcAft>
            </a:pPr>
            <a:r>
              <a:rPr sz="1200" b="1">
                <a:solidFill>
                  <a:srgbClr val="4CB86B"/>
                </a:solidFill>
                <a:latin typeface="Segoe UI"/>
              </a:rPr>
              <a:t>•  </a:t>
            </a:r>
            <a:r>
              <a:rPr sz="1200">
                <a:solidFill>
                  <a:srgbClr val="2B2A28"/>
                </a:solidFill>
                <a:latin typeface="Segoe UI"/>
              </a:rPr>
              <a:t>Kirim hadiah: item toko (pratinjau di pet mereka), koin, atau keduanya, dengan pesan — dibayar dari koinmu.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1684324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2.13.0 -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