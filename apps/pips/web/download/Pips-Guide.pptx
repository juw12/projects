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2.21.0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Woofs, moos, roars, quacks… 51 voices that change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2.21.0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Every animal has a voice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a:t>
            </a:r>
          </a:p>
          <a:p>
            <a:pPr>
              <a:spcAft>
                <a:spcPts val="1000"/>
              </a:spcAft>
            </a:pPr>
            <a:r>
              <a:rPr sz="1700" b="1">
                <a:solidFill>
                  <a:srgbClr val="4CB86B"/>
                </a:solidFill>
                <a:latin typeface="Segoe UI"/>
              </a:rPr>
              <a:t>•  </a:t>
            </a:r>
            <a:r>
              <a:rPr sz="1700">
                <a:solidFill>
                  <a:srgbClr val="2B2A28"/>
                </a:solidFill>
                <a:latin typeface="Segoe UI"/>
              </a:rPr>
              <a:t>Every mood sounds different too: happy, sad, sleepy, hungry or grumpy. Petting, eating and snoring sound right for each kind of animal - furry ones purr and crunch, birds trill and peck, sea animals blow bubbles, bugs hum and magic pets chime.</a:t>
            </a:r>
          </a:p>
          <a:p>
            <a:pPr>
              <a:spcAft>
                <a:spcPts val="1000"/>
              </a:spcAft>
            </a:pPr>
            <a:r>
              <a:rPr sz="1700" b="1">
                <a:solidFill>
                  <a:srgbClr val="4CB86B"/>
                </a:solidFill>
                <a:latin typeface="Segoe UI"/>
              </a:rPr>
              <a:t>•  </a:t>
            </a:r>
            <a:r>
              <a:rPr sz="1700">
                <a:solidFill>
                  <a:srgbClr val="2B2A28"/>
                </a:solidFill>
                <a:latin typeface="Segoe UI"/>
              </a:rPr>
              <a:t>A friend's pet that comes to visit now talks in its own voice: it says hi when it arrives and answers when you wave, pet it or give it a snack (it follows your sound settings).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Ke-51 hewan sekarang punya suaranya sendiri. Sebelumnya lebih dari separuhnya meminjam suara meong kucing - sekarang anjing menggonggong, sapi melenguh, domba mengembik, singa mengaum, bebek berkwek, lumba-lumba berdecit dan bersiul, naga mengepakkan sayap dan mengaum dengan semburan api, hantu bersuara huuu... dan seterusnya.</a:t>
            </a:r>
          </a:p>
          <a:p>
            <a:pPr>
              <a:spcAft>
                <a:spcPts val="500"/>
              </a:spcAft>
            </a:pPr>
            <a:r>
              <a:rPr sz="1200" b="1">
                <a:solidFill>
                  <a:srgbClr val="4CB86B"/>
                </a:solidFill>
                <a:latin typeface="Segoe UI"/>
              </a:rPr>
              <a:t>•  </a:t>
            </a:r>
            <a:r>
              <a:rPr sz="1200">
                <a:solidFill>
                  <a:srgbClr val="2B2A28"/>
                </a:solidFill>
                <a:latin typeface="Segoe UI"/>
              </a:rPr>
              <a:t>Setiap suasana hati juga terdengar berbeda: senang, sedih, mengantuk, lapar, atau kesal. Suara dielus, makan, dan mendengkur cocok dengan jenis hewannya - hewan berbulu mendengkur dan mengunyah, burung berkicau dan mematuk, hewan laut membuat gelembung, serangga berdengung, dan pet ajaib berdenting.</a:t>
            </a:r>
          </a:p>
          <a:p>
            <a:pPr>
              <a:spcAft>
                <a:spcPts val="500"/>
              </a:spcAft>
            </a:pPr>
            <a:r>
              <a:rPr sz="1200" b="1">
                <a:solidFill>
                  <a:srgbClr val="4CB86B"/>
                </a:solidFill>
                <a:latin typeface="Segoe UI"/>
              </a:rPr>
              <a:t>•  </a:t>
            </a:r>
            <a:r>
              <a:rPr sz="1200">
                <a:solidFill>
                  <a:srgbClr val="2B2A28"/>
                </a:solidFill>
                <a:latin typeface="Segoe UI"/>
              </a:rPr>
              <a:t>Pet teman yang datang berkunjung sekarang bicara dengan suaranya sendiri: ia menyapa saat tiba dan membalas saat kamu melambai, mengelus, atau memberinya camilan (mengikuti pengaturan suaramu).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671876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2.21.0 -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