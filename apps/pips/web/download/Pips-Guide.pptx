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2.5.0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chat, groups &amp;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friends; or join an open team (e.g. PTB)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2.5.0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Shop, coins, props &amp; moves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Shop: earn coins and spend them on your pet - 17 props (crown, wizard hat, headphones, shades, scarf, cape, angel wings...) and 6 moves: spin, dance, moonwalk, backflip, kung fu and spider swing!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Coins come from leveling up (+40), badges (+25), opening Pips each day (+10), friendships (+15 per affinity level), waving / chatting / visiting friends (+2) and pomodoros (+5). Everyone starts with a 100-coin gift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Your friends see your props: on avatars in the hub and when your pet visits their desktop - it shows off one of your moves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Pips is now a social pet: clicking the pet opens the Pips hub (friends, chat, groups, shop, badges)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The focus timer moved to right-click → Focus timer (Pomodoro). Pomodoros still give XP and coins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Toko: kumpulkan koin dan belanjakan untuk peliharaanmu - 17 aksesori (mahkota, topi penyihir, headphone, kacamata hitam, syal, jubah, sayap malaikat...) dan 6 gerakan: putar, joget, moonwalk, salto, kung fu dan ayunan laba-laba!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Koin didapat dari naik level (+40), lencana (+25), membuka Pips tiap hari (+10), pertemanan (+15 per level afinitas), melambai / chat / berkunjung ke teman (+2) dan pomodoro (+5). Semua mulai dengan hadiah 100 koin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Temanmu bisa melihat aksesorimu: di avatar hub dan saat peliharaanmu berkunjung ke desktop mereka - ia memamerkan salah satu gerakanmu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Pips kini peliharaan sosial: klik peliharaan untuk membuka hub Pips (teman, chat, grup, toko, lencana)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Timer fokus pindah ke klik kanan → Timer fokus (Pomodoro). Pomodoro tetap memberi XP dan koin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8613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2.5.0 -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